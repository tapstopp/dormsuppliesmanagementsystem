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Advent Pro SemiBold"/>
      <p:regular r:id="rId23"/>
      <p:bold r:id="rId24"/>
      <p:italic r:id="rId25"/>
      <p:boldItalic r:id="rId26"/>
    </p:embeddedFont>
    <p:embeddedFont>
      <p:font typeface="Fira Sans Extra Condensed Medium"/>
      <p:regular r:id="rId27"/>
      <p:bold r:id="rId28"/>
      <p:italic r:id="rId29"/>
      <p:boldItalic r:id="rId30"/>
    </p:embeddedFont>
    <p:embeddedFont>
      <p:font typeface="Fira Sans Condensed Medium"/>
      <p:regular r:id="rId31"/>
      <p:bold r:id="rId32"/>
      <p:italic r:id="rId33"/>
      <p:boldItalic r:id="rId34"/>
    </p:embeddedFont>
    <p:embeddedFont>
      <p:font typeface="Maven Pro"/>
      <p:regular r:id="rId35"/>
      <p:bold r:id="rId36"/>
    </p:embeddedFont>
    <p:embeddedFont>
      <p:font typeface="Share Tech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AdventProSemiBold-bold.fntdata"/><Relationship Id="rId23" Type="http://schemas.openxmlformats.org/officeDocument/2006/relationships/font" Target="fonts/AdventPro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dventProSemiBold-boldItalic.fntdata"/><Relationship Id="rId25" Type="http://schemas.openxmlformats.org/officeDocument/2006/relationships/font" Target="fonts/AdventProSemiBold-italic.fntdata"/><Relationship Id="rId28" Type="http://schemas.openxmlformats.org/officeDocument/2006/relationships/font" Target="fonts/FiraSansExtraCondensedMedium-bold.fntdata"/><Relationship Id="rId27" Type="http://schemas.openxmlformats.org/officeDocument/2006/relationships/font" Target="fonts/FiraSansExtraCondensedMediu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Medium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CondensedMedium-regular.fntdata"/><Relationship Id="rId30" Type="http://schemas.openxmlformats.org/officeDocument/2006/relationships/font" Target="fonts/FiraSansExtraCondensedMedium-boldItalic.fntdata"/><Relationship Id="rId11" Type="http://schemas.openxmlformats.org/officeDocument/2006/relationships/slide" Target="slides/slide7.xml"/><Relationship Id="rId33" Type="http://schemas.openxmlformats.org/officeDocument/2006/relationships/font" Target="fonts/FiraSansCondensedMedium-italic.fntdata"/><Relationship Id="rId10" Type="http://schemas.openxmlformats.org/officeDocument/2006/relationships/slide" Target="slides/slide6.xml"/><Relationship Id="rId32" Type="http://schemas.openxmlformats.org/officeDocument/2006/relationships/font" Target="fonts/FiraSansCondensedMedium-bold.fntdata"/><Relationship Id="rId13" Type="http://schemas.openxmlformats.org/officeDocument/2006/relationships/slide" Target="slides/slide9.xml"/><Relationship Id="rId35" Type="http://schemas.openxmlformats.org/officeDocument/2006/relationships/font" Target="fonts/MavenPro-regular.fntdata"/><Relationship Id="rId12" Type="http://schemas.openxmlformats.org/officeDocument/2006/relationships/slide" Target="slides/slide8.xml"/><Relationship Id="rId34" Type="http://schemas.openxmlformats.org/officeDocument/2006/relationships/font" Target="fonts/FiraSansCondensedMedium-boldItalic.fntdata"/><Relationship Id="rId15" Type="http://schemas.openxmlformats.org/officeDocument/2006/relationships/slide" Target="slides/slide11.xml"/><Relationship Id="rId37" Type="http://schemas.openxmlformats.org/officeDocument/2006/relationships/font" Target="fonts/ShareTech-regular.fntdata"/><Relationship Id="rId14" Type="http://schemas.openxmlformats.org/officeDocument/2006/relationships/slide" Target="slides/slide10.xml"/><Relationship Id="rId36" Type="http://schemas.openxmlformats.org/officeDocument/2006/relationships/font" Target="fonts/MavenPro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c52a2e8d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6c52a2e8d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12e14ade2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912e14ade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6c4305b0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6c4305b0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12e14ade2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912e14ade2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12e14ade2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912e14ade2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912992344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91299234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912e14ade2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912e14ade2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912e14ade2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912e14ade2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912e14ade2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912e14ade2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c9131081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ac9131081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c9131081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ac9131081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acdfdd8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acdfdd8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912e14ade2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912e14ade2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c9131081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ac9131081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912e14ade2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912e14ade2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70d13569c7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70d13569c7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cdfdd85f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acdfdd85f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912e14ade2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912e14ade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3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3"/>
          <p:cNvSpPr txBox="1"/>
          <p:nvPr>
            <p:ph hasCustomPrompt="1"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0" name="Google Shape;80;p5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2" name="Google Shape;82;p5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3" name="Google Shape;83;p5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7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08" name="Google Shape;108;p7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7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3" name="Google Shape;113;p7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7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8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26" name="Google Shape;126;p8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8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8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133" name="Google Shape;133;p8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36" name="Google Shape;136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8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39" name="Google Shape;139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42" name="Google Shape;142;p8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47" name="Google Shape;147;p8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8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8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2" name="Google Shape;152;p8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55" name="Google Shape;155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8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4095146" y="-859690"/>
            <a:ext cx="199001" cy="2139769"/>
            <a:chOff x="8008096" y="2108910"/>
            <a:chExt cx="199001" cy="2139769"/>
          </a:xfrm>
        </p:grpSpPr>
        <p:sp>
          <p:nvSpPr>
            <p:cNvPr id="159" name="Google Shape;159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2" name="Google Shape;162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5" name="Google Shape;165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1" name="Google Shape;17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0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8" name="Google Shape;178;p11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9" name="Google Shape;179;p11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11"/>
          <p:cNvGrpSpPr/>
          <p:nvPr/>
        </p:nvGrpSpPr>
        <p:grpSpPr>
          <a:xfrm>
            <a:off x="8217007" y="3576772"/>
            <a:ext cx="188886" cy="1181531"/>
            <a:chOff x="2877432" y="975334"/>
            <a:chExt cx="188886" cy="1181531"/>
          </a:xfrm>
        </p:grpSpPr>
        <p:sp>
          <p:nvSpPr>
            <p:cNvPr id="185" name="Google Shape;185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11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11"/>
          <p:cNvGrpSpPr/>
          <p:nvPr/>
        </p:nvGrpSpPr>
        <p:grpSpPr>
          <a:xfrm>
            <a:off x="7519346" y="3243318"/>
            <a:ext cx="98059" cy="1147596"/>
            <a:chOff x="3347921" y="16006"/>
            <a:chExt cx="98059" cy="1147596"/>
          </a:xfrm>
        </p:grpSpPr>
        <p:sp>
          <p:nvSpPr>
            <p:cNvPr id="190" name="Google Shape;190;p11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1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" name="Google Shape;192;p11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3" name="Google Shape;193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" name="Google Shape;195;p11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96" name="Google Shape;196;p11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11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1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3" name="Google Shape;203;p11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11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11"/>
          <p:cNvGrpSpPr/>
          <p:nvPr/>
        </p:nvGrpSpPr>
        <p:grpSpPr>
          <a:xfrm>
            <a:off x="4920170" y="-496491"/>
            <a:ext cx="188886" cy="1181531"/>
            <a:chOff x="2877432" y="975334"/>
            <a:chExt cx="188886" cy="1181531"/>
          </a:xfrm>
        </p:grpSpPr>
        <p:sp>
          <p:nvSpPr>
            <p:cNvPr id="207" name="Google Shape;207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1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11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2" name="Google Shape;212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1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5" name="Google Shape;215;p11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1" name="Google Shape;221;p12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2" name="Google Shape;222;p12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9" name="Google Shape;259;p13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0" name="Google Shape;270;p13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1" name="Google Shape;271;p13"/>
          <p:cNvSpPr txBox="1"/>
          <p:nvPr>
            <p:ph hasCustomPrompt="1"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3" name="Google Shape;273;p13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4" name="Google Shape;274;p13"/>
          <p:cNvSpPr txBox="1"/>
          <p:nvPr>
            <p:ph hasCustomPrompt="1"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7" name="Google Shape;277;p13"/>
          <p:cNvSpPr txBox="1"/>
          <p:nvPr>
            <p:ph hasCustomPrompt="1"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1" name="Google Shape;281;p14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2" name="Google Shape;282;p14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3" name="Google Shape;283;p14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4" name="Google Shape;284;p14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14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89" name="Google Shape;289;p1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14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1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300" name="Google Shape;300;p1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1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5" name="Google Shape;305;p15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6" name="Google Shape;306;p15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7" name="Google Shape;307;p15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8" name="Google Shape;308;p15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9" name="Google Shape;309;p15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0" name="Google Shape;310;p15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3" name="Google Shape;313;p16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4" name="Google Shape;314;p16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5" name="Google Shape;315;p16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6" name="Google Shape;316;p16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6" name="Google Shape;336;p17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7" name="Google Shape;337;p17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8" name="Google Shape;338;p17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9" name="Google Shape;339;p17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0" name="Google Shape;340;p17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4" name="Google Shape;344;p17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p18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7" name="Google Shape;357;p18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8" name="Google Shape;358;p18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18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18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18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18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3" name="Google Shape;363;p18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4" name="Google Shape;364;p18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6" name="Google Shape;376;p19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7" name="Google Shape;377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7" name="Google Shape;387;p19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90" name="Google Shape;390;p1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5" name="Google Shape;395;p19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19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1" name="Google Shape;401;p1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4" name="Google Shape;404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19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8" name="Google Shape;408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2" name="Google Shape;412;p20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3" name="Google Shape;413;p20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4" name="Google Shape;414;p20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"/>
          <p:cNvSpPr txBox="1"/>
          <p:nvPr>
            <p:ph idx="1" type="subTitle"/>
          </p:nvPr>
        </p:nvSpPr>
        <p:spPr>
          <a:xfrm>
            <a:off x="2754600" y="2782488"/>
            <a:ext cx="363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Cassandra Dawson, Colin Boykin, Prisha Satish</a:t>
            </a:r>
            <a:endParaRPr/>
          </a:p>
        </p:txBody>
      </p:sp>
      <p:sp>
        <p:nvSpPr>
          <p:cNvPr id="432" name="Google Shape;432;p23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Dorm Supplies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 System</a:t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1917281" y="4715495"/>
            <a:ext cx="121434" cy="121434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7047944" y="3537816"/>
            <a:ext cx="57834" cy="57834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chemeClr val="accent1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chemeClr val="accent2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5969504" y="3118803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2924242" y="4302208"/>
            <a:ext cx="119993" cy="119993"/>
          </a:xfrm>
          <a:custGeom>
            <a:rect b="b" l="l" r="r" t="t"/>
            <a:pathLst>
              <a:path extrusionOk="0" h="4579" w="4579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9" name="Google Shape;439;p23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40" name="Google Shape;440;p23"/>
            <p:cNvSpPr/>
            <p:nvPr/>
          </p:nvSpPr>
          <p:spPr>
            <a:xfrm>
              <a:off x="6232314" y="4648280"/>
              <a:ext cx="121434" cy="121198"/>
            </a:xfrm>
            <a:custGeom>
              <a:rect b="b" l="l" r="r" t="t"/>
              <a:pathLst>
                <a:path extrusionOk="0" h="4625" w="4634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88681" y="3696331"/>
              <a:ext cx="8700" cy="872731"/>
            </a:xfrm>
            <a:custGeom>
              <a:rect b="b" l="l" r="r" t="t"/>
              <a:pathLst>
                <a:path extrusionOk="0" h="33304" w="332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2" name="Google Shape;442;p23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3" name="Google Shape;443;p2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" name="Google Shape;445;p23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46" name="Google Shape;446;p23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9" name="Google Shape;449;p23"/>
          <p:cNvSpPr/>
          <p:nvPr/>
        </p:nvSpPr>
        <p:spPr>
          <a:xfrm>
            <a:off x="2355692" y="3696328"/>
            <a:ext cx="8464" cy="2519663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7446601" y="3454956"/>
            <a:ext cx="8464" cy="1689096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" name="Google Shape;451;p2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2" name="Google Shape;452;p2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23"/>
          <p:cNvGrpSpPr/>
          <p:nvPr/>
        </p:nvGrpSpPr>
        <p:grpSpPr>
          <a:xfrm>
            <a:off x="4472500" y="3928605"/>
            <a:ext cx="199001" cy="867198"/>
            <a:chOff x="4475150" y="4052605"/>
            <a:chExt cx="199001" cy="867198"/>
          </a:xfrm>
        </p:grpSpPr>
        <p:sp>
          <p:nvSpPr>
            <p:cNvPr id="455" name="Google Shape;455;p23"/>
            <p:cNvSpPr/>
            <p:nvPr/>
          </p:nvSpPr>
          <p:spPr>
            <a:xfrm>
              <a:off x="4475150" y="4052605"/>
              <a:ext cx="199001" cy="220121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4522600" y="4494201"/>
              <a:ext cx="104095" cy="115148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4534403" y="4830814"/>
              <a:ext cx="80477" cy="88990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"/>
          <p:cNvSpPr txBox="1"/>
          <p:nvPr>
            <p:ph idx="1" type="subTitle"/>
          </p:nvPr>
        </p:nvSpPr>
        <p:spPr>
          <a:xfrm>
            <a:off x="6029352" y="2719955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Sophomore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Major: Computer Science</a:t>
            </a:r>
            <a:endParaRPr/>
          </a:p>
        </p:txBody>
      </p:sp>
      <p:sp>
        <p:nvSpPr>
          <p:cNvPr id="463" name="Google Shape;463;p24"/>
          <p:cNvSpPr txBox="1"/>
          <p:nvPr>
            <p:ph type="ctrTitle"/>
          </p:nvPr>
        </p:nvSpPr>
        <p:spPr>
          <a:xfrm>
            <a:off x="1167114" y="1440600"/>
            <a:ext cx="2152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Team Head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464" name="Google Shape;464;p24"/>
          <p:cNvSpPr txBox="1"/>
          <p:nvPr>
            <p:ph idx="2" type="subTitle"/>
          </p:nvPr>
        </p:nvSpPr>
        <p:spPr>
          <a:xfrm>
            <a:off x="571739" y="2719955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Senior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Major: Games</a:t>
            </a:r>
            <a:endParaRPr/>
          </a:p>
        </p:txBody>
      </p:sp>
      <p:sp>
        <p:nvSpPr>
          <p:cNvPr id="465" name="Google Shape;465;p24"/>
          <p:cNvSpPr txBox="1"/>
          <p:nvPr>
            <p:ph idx="3" type="title"/>
          </p:nvPr>
        </p:nvSpPr>
        <p:spPr>
          <a:xfrm>
            <a:off x="659950" y="1877100"/>
            <a:ext cx="2251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Cassandra</a:t>
            </a:r>
            <a:endParaRPr sz="4000"/>
          </a:p>
        </p:txBody>
      </p:sp>
      <p:sp>
        <p:nvSpPr>
          <p:cNvPr id="466" name="Google Shape;466;p24"/>
          <p:cNvSpPr txBox="1"/>
          <p:nvPr>
            <p:ph idx="5" type="subTitle"/>
          </p:nvPr>
        </p:nvSpPr>
        <p:spPr>
          <a:xfrm>
            <a:off x="3171366" y="2719955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Junior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Major: Computer Science</a:t>
            </a:r>
            <a:endParaRPr/>
          </a:p>
        </p:txBody>
      </p:sp>
      <p:sp>
        <p:nvSpPr>
          <p:cNvPr id="467" name="Google Shape;467;p24"/>
          <p:cNvSpPr txBox="1"/>
          <p:nvPr>
            <p:ph idx="6" type="title"/>
          </p:nvPr>
        </p:nvSpPr>
        <p:spPr>
          <a:xfrm>
            <a:off x="3508566" y="187711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Colin</a:t>
            </a:r>
            <a:endParaRPr sz="4000"/>
          </a:p>
        </p:txBody>
      </p:sp>
      <p:sp>
        <p:nvSpPr>
          <p:cNvPr id="468" name="Google Shape;468;p24"/>
          <p:cNvSpPr txBox="1"/>
          <p:nvPr>
            <p:ph idx="7" type="ctrTitle"/>
          </p:nvPr>
        </p:nvSpPr>
        <p:spPr>
          <a:xfrm>
            <a:off x="2283900" y="245925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Our Team</a:t>
            </a:r>
            <a:endParaRPr u="sng"/>
          </a:p>
        </p:txBody>
      </p:sp>
      <p:sp>
        <p:nvSpPr>
          <p:cNvPr id="469" name="Google Shape;469;p24"/>
          <p:cNvSpPr txBox="1"/>
          <p:nvPr>
            <p:ph idx="9" type="title"/>
          </p:nvPr>
        </p:nvSpPr>
        <p:spPr>
          <a:xfrm>
            <a:off x="6366561" y="187711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Prisha</a:t>
            </a:r>
            <a:endParaRPr sz="4000"/>
          </a:p>
        </p:txBody>
      </p:sp>
      <p:sp>
        <p:nvSpPr>
          <p:cNvPr id="470" name="Google Shape;470;p24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02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"/>
          <p:cNvSpPr txBox="1"/>
          <p:nvPr>
            <p:ph idx="13" type="ctrTitle"/>
          </p:nvPr>
        </p:nvSpPr>
        <p:spPr>
          <a:xfrm>
            <a:off x="4649566" y="2351609"/>
            <a:ext cx="17256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EER 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Model</a:t>
            </a:r>
            <a:endParaRPr sz="1532"/>
          </a:p>
        </p:txBody>
      </p:sp>
      <p:sp>
        <p:nvSpPr>
          <p:cNvPr id="476" name="Google Shape;476;p25"/>
          <p:cNvSpPr txBox="1"/>
          <p:nvPr>
            <p:ph idx="4" type="ctrTitle"/>
          </p:nvPr>
        </p:nvSpPr>
        <p:spPr>
          <a:xfrm>
            <a:off x="3006938" y="2351609"/>
            <a:ext cx="10623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ER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Model</a:t>
            </a:r>
            <a:endParaRPr sz="1532"/>
          </a:p>
        </p:txBody>
      </p:sp>
      <p:sp>
        <p:nvSpPr>
          <p:cNvPr id="477" name="Google Shape;477;p25"/>
          <p:cNvSpPr txBox="1"/>
          <p:nvPr>
            <p:ph type="ctrTitle"/>
          </p:nvPr>
        </p:nvSpPr>
        <p:spPr>
          <a:xfrm>
            <a:off x="1364772" y="2351599"/>
            <a:ext cx="16494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System 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Description</a:t>
            </a:r>
            <a:endParaRPr sz="1532"/>
          </a:p>
        </p:txBody>
      </p:sp>
      <p:sp>
        <p:nvSpPr>
          <p:cNvPr id="478" name="Google Shape;478;p25"/>
          <p:cNvSpPr txBox="1"/>
          <p:nvPr>
            <p:ph idx="3" type="title"/>
          </p:nvPr>
        </p:nvSpPr>
        <p:spPr>
          <a:xfrm>
            <a:off x="1364772" y="1776301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/>
              <a:t>01</a:t>
            </a:r>
            <a:endParaRPr sz="3677"/>
          </a:p>
        </p:txBody>
      </p:sp>
      <p:sp>
        <p:nvSpPr>
          <p:cNvPr id="479" name="Google Shape;479;p25"/>
          <p:cNvSpPr txBox="1"/>
          <p:nvPr>
            <p:ph idx="6" type="title"/>
          </p:nvPr>
        </p:nvSpPr>
        <p:spPr>
          <a:xfrm>
            <a:off x="3006933" y="1776310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/>
              <a:t>02</a:t>
            </a:r>
            <a:endParaRPr sz="3677"/>
          </a:p>
        </p:txBody>
      </p:sp>
      <p:sp>
        <p:nvSpPr>
          <p:cNvPr id="480" name="Google Shape;480;p25"/>
          <p:cNvSpPr txBox="1"/>
          <p:nvPr>
            <p:ph idx="7" type="ctrTitle"/>
          </p:nvPr>
        </p:nvSpPr>
        <p:spPr>
          <a:xfrm>
            <a:off x="369400" y="170650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81" name="Google Shape;481;p25"/>
          <p:cNvSpPr txBox="1"/>
          <p:nvPr>
            <p:ph idx="9" type="title"/>
          </p:nvPr>
        </p:nvSpPr>
        <p:spPr>
          <a:xfrm>
            <a:off x="4649113" y="1776310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/>
              <a:t>03</a:t>
            </a:r>
            <a:endParaRPr sz="3677"/>
          </a:p>
        </p:txBody>
      </p:sp>
      <p:sp>
        <p:nvSpPr>
          <p:cNvPr id="482" name="Google Shape;482;p25"/>
          <p:cNvSpPr/>
          <p:nvPr/>
        </p:nvSpPr>
        <p:spPr>
          <a:xfrm>
            <a:off x="1364772" y="946475"/>
            <a:ext cx="631800" cy="63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/>
          <p:nvPr/>
        </p:nvSpPr>
        <p:spPr>
          <a:xfrm>
            <a:off x="3006933" y="946485"/>
            <a:ext cx="631800" cy="63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4649113" y="946485"/>
            <a:ext cx="631800" cy="63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5" name="Google Shape;485;p25"/>
          <p:cNvCxnSpPr>
            <a:stCxn id="482" idx="1"/>
            <a:endCxn id="478" idx="1"/>
          </p:cNvCxnSpPr>
          <p:nvPr/>
        </p:nvCxnSpPr>
        <p:spPr>
          <a:xfrm>
            <a:off x="1364772" y="1262375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25"/>
          <p:cNvCxnSpPr>
            <a:stCxn id="483" idx="1"/>
            <a:endCxn id="479" idx="1"/>
          </p:cNvCxnSpPr>
          <p:nvPr/>
        </p:nvCxnSpPr>
        <p:spPr>
          <a:xfrm>
            <a:off x="3006933" y="1262385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25"/>
          <p:cNvCxnSpPr>
            <a:stCxn id="484" idx="1"/>
            <a:endCxn id="481" idx="1"/>
          </p:cNvCxnSpPr>
          <p:nvPr/>
        </p:nvCxnSpPr>
        <p:spPr>
          <a:xfrm>
            <a:off x="4649113" y="1262385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25"/>
          <p:cNvSpPr txBox="1"/>
          <p:nvPr>
            <p:ph idx="13" type="ctrTitle"/>
          </p:nvPr>
        </p:nvSpPr>
        <p:spPr>
          <a:xfrm>
            <a:off x="6291743" y="2351609"/>
            <a:ext cx="17256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SQL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Development</a:t>
            </a:r>
            <a:endParaRPr sz="1532"/>
          </a:p>
        </p:txBody>
      </p:sp>
      <p:sp>
        <p:nvSpPr>
          <p:cNvPr id="489" name="Google Shape;489;p25"/>
          <p:cNvSpPr txBox="1"/>
          <p:nvPr>
            <p:ph idx="9" type="title"/>
          </p:nvPr>
        </p:nvSpPr>
        <p:spPr>
          <a:xfrm>
            <a:off x="6291291" y="1776310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>
                <a:solidFill>
                  <a:schemeClr val="accent2"/>
                </a:solidFill>
              </a:rPr>
              <a:t>04</a:t>
            </a:r>
            <a:endParaRPr sz="3677">
              <a:solidFill>
                <a:schemeClr val="accent2"/>
              </a:solidFill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6291291" y="946485"/>
            <a:ext cx="631800" cy="63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7">
              <a:solidFill>
                <a:schemeClr val="accent2"/>
              </a:solidFill>
            </a:endParaRPr>
          </a:p>
        </p:txBody>
      </p:sp>
      <p:cxnSp>
        <p:nvCxnSpPr>
          <p:cNvPr id="491" name="Google Shape;491;p25"/>
          <p:cNvCxnSpPr>
            <a:stCxn id="490" idx="1"/>
            <a:endCxn id="489" idx="1"/>
          </p:cNvCxnSpPr>
          <p:nvPr/>
        </p:nvCxnSpPr>
        <p:spPr>
          <a:xfrm>
            <a:off x="6291291" y="1262385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2" name="Google Shape;492;p25"/>
          <p:cNvGrpSpPr/>
          <p:nvPr/>
        </p:nvGrpSpPr>
        <p:grpSpPr>
          <a:xfrm>
            <a:off x="3099222" y="1039472"/>
            <a:ext cx="447258" cy="445805"/>
            <a:chOff x="852385" y="1510916"/>
            <a:chExt cx="353145" cy="351998"/>
          </a:xfrm>
        </p:grpSpPr>
        <p:sp>
          <p:nvSpPr>
            <p:cNvPr id="493" name="Google Shape;493;p25"/>
            <p:cNvSpPr/>
            <p:nvPr/>
          </p:nvSpPr>
          <p:spPr>
            <a:xfrm>
              <a:off x="852385" y="1510916"/>
              <a:ext cx="353145" cy="187785"/>
            </a:xfrm>
            <a:custGeom>
              <a:rect b="b" l="l" r="r" t="t"/>
              <a:pathLst>
                <a:path extrusionOk="0" h="5895" w="11086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5800" lIns="115800" spcFirstLastPara="1" rIns="115800" wrap="square" tIns="11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>
              <a:off x="852385" y="1609921"/>
              <a:ext cx="353145" cy="252992"/>
            </a:xfrm>
            <a:custGeom>
              <a:rect b="b" l="l" r="r" t="t"/>
              <a:pathLst>
                <a:path extrusionOk="0" h="7942" w="11086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5800" lIns="115800" spcFirstLastPara="1" rIns="115800" wrap="square" tIns="11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73"/>
            </a:p>
          </p:txBody>
        </p:sp>
        <p:sp>
          <p:nvSpPr>
            <p:cNvPr id="495" name="Google Shape;495;p25"/>
            <p:cNvSpPr/>
            <p:nvPr/>
          </p:nvSpPr>
          <p:spPr>
            <a:xfrm>
              <a:off x="928264" y="1584501"/>
              <a:ext cx="198775" cy="140735"/>
            </a:xfrm>
            <a:custGeom>
              <a:rect b="b" l="l" r="r" t="t"/>
              <a:pathLst>
                <a:path extrusionOk="0" h="4418" w="624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5800" lIns="115800" spcFirstLastPara="1" rIns="115800" wrap="square" tIns="115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25"/>
          <p:cNvSpPr txBox="1"/>
          <p:nvPr>
            <p:ph idx="13" type="ctrTitle"/>
          </p:nvPr>
        </p:nvSpPr>
        <p:spPr>
          <a:xfrm>
            <a:off x="4649566" y="4332034"/>
            <a:ext cx="17256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Security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Measurements</a:t>
            </a:r>
            <a:endParaRPr sz="1532"/>
          </a:p>
        </p:txBody>
      </p:sp>
      <p:sp>
        <p:nvSpPr>
          <p:cNvPr id="497" name="Google Shape;497;p25"/>
          <p:cNvSpPr txBox="1"/>
          <p:nvPr>
            <p:ph idx="4" type="ctrTitle"/>
          </p:nvPr>
        </p:nvSpPr>
        <p:spPr>
          <a:xfrm>
            <a:off x="3006938" y="4332034"/>
            <a:ext cx="10623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User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Interface</a:t>
            </a:r>
            <a:endParaRPr sz="1532"/>
          </a:p>
        </p:txBody>
      </p:sp>
      <p:sp>
        <p:nvSpPr>
          <p:cNvPr id="498" name="Google Shape;498;p25"/>
          <p:cNvSpPr txBox="1"/>
          <p:nvPr>
            <p:ph type="ctrTitle"/>
          </p:nvPr>
        </p:nvSpPr>
        <p:spPr>
          <a:xfrm>
            <a:off x="1364772" y="4332024"/>
            <a:ext cx="16494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Loading Data &amp; 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Performance</a:t>
            </a:r>
            <a:endParaRPr sz="1532"/>
          </a:p>
        </p:txBody>
      </p:sp>
      <p:sp>
        <p:nvSpPr>
          <p:cNvPr id="499" name="Google Shape;499;p25"/>
          <p:cNvSpPr txBox="1"/>
          <p:nvPr>
            <p:ph idx="3" type="title"/>
          </p:nvPr>
        </p:nvSpPr>
        <p:spPr>
          <a:xfrm>
            <a:off x="1364772" y="3756726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>
                <a:solidFill>
                  <a:schemeClr val="accent3"/>
                </a:solidFill>
              </a:rPr>
              <a:t>05</a:t>
            </a:r>
            <a:endParaRPr sz="3677">
              <a:solidFill>
                <a:schemeClr val="accent3"/>
              </a:solidFill>
            </a:endParaRPr>
          </a:p>
        </p:txBody>
      </p:sp>
      <p:sp>
        <p:nvSpPr>
          <p:cNvPr id="500" name="Google Shape;500;p25"/>
          <p:cNvSpPr txBox="1"/>
          <p:nvPr>
            <p:ph idx="6" type="title"/>
          </p:nvPr>
        </p:nvSpPr>
        <p:spPr>
          <a:xfrm>
            <a:off x="3006933" y="3756735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>
                <a:solidFill>
                  <a:schemeClr val="accent1"/>
                </a:solidFill>
              </a:rPr>
              <a:t>06</a:t>
            </a:r>
            <a:endParaRPr sz="3677">
              <a:solidFill>
                <a:schemeClr val="accent1"/>
              </a:solidFill>
            </a:endParaRPr>
          </a:p>
        </p:txBody>
      </p:sp>
      <p:sp>
        <p:nvSpPr>
          <p:cNvPr id="501" name="Google Shape;501;p25"/>
          <p:cNvSpPr txBox="1"/>
          <p:nvPr>
            <p:ph idx="9" type="title"/>
          </p:nvPr>
        </p:nvSpPr>
        <p:spPr>
          <a:xfrm>
            <a:off x="4649113" y="3756735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>
                <a:solidFill>
                  <a:schemeClr val="accent2"/>
                </a:solidFill>
              </a:rPr>
              <a:t>07</a:t>
            </a:r>
            <a:endParaRPr sz="3677">
              <a:solidFill>
                <a:schemeClr val="accent2"/>
              </a:solidFill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1364772" y="2926900"/>
            <a:ext cx="631800" cy="63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3006933" y="2926910"/>
            <a:ext cx="631800" cy="63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4649113" y="2926910"/>
            <a:ext cx="631800" cy="63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" name="Google Shape;505;p25"/>
          <p:cNvCxnSpPr>
            <a:stCxn id="502" idx="1"/>
            <a:endCxn id="499" idx="1"/>
          </p:cNvCxnSpPr>
          <p:nvPr/>
        </p:nvCxnSpPr>
        <p:spPr>
          <a:xfrm>
            <a:off x="1364772" y="3242800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25"/>
          <p:cNvCxnSpPr>
            <a:stCxn id="503" idx="1"/>
            <a:endCxn id="500" idx="1"/>
          </p:cNvCxnSpPr>
          <p:nvPr/>
        </p:nvCxnSpPr>
        <p:spPr>
          <a:xfrm>
            <a:off x="3006933" y="3242810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25"/>
          <p:cNvCxnSpPr>
            <a:stCxn id="504" idx="1"/>
            <a:endCxn id="501" idx="1"/>
          </p:cNvCxnSpPr>
          <p:nvPr/>
        </p:nvCxnSpPr>
        <p:spPr>
          <a:xfrm>
            <a:off x="4649113" y="3242810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8" name="Google Shape;508;p25"/>
          <p:cNvGrpSpPr/>
          <p:nvPr/>
        </p:nvGrpSpPr>
        <p:grpSpPr>
          <a:xfrm>
            <a:off x="3099214" y="3048924"/>
            <a:ext cx="447266" cy="444574"/>
            <a:chOff x="3541011" y="3367320"/>
            <a:chExt cx="348257" cy="346188"/>
          </a:xfrm>
        </p:grpSpPr>
        <p:sp>
          <p:nvSpPr>
            <p:cNvPr id="509" name="Google Shape;509;p25"/>
            <p:cNvSpPr/>
            <p:nvPr/>
          </p:nvSpPr>
          <p:spPr>
            <a:xfrm>
              <a:off x="3541011" y="3367320"/>
              <a:ext cx="347906" cy="346188"/>
            </a:xfrm>
            <a:custGeom>
              <a:rect b="b" l="l" r="r" t="t"/>
              <a:pathLst>
                <a:path extrusionOk="0" h="10877" w="10931">
                  <a:moveTo>
                    <a:pt x="4203" y="6323"/>
                  </a:moveTo>
                  <a:cubicBezTo>
                    <a:pt x="4322" y="6454"/>
                    <a:pt x="4465" y="6609"/>
                    <a:pt x="4620" y="6740"/>
                  </a:cubicBezTo>
                  <a:lnTo>
                    <a:pt x="4024" y="7335"/>
                  </a:lnTo>
                  <a:lnTo>
                    <a:pt x="3977" y="7287"/>
                  </a:lnTo>
                  <a:lnTo>
                    <a:pt x="3632" y="6942"/>
                  </a:lnTo>
                  <a:lnTo>
                    <a:pt x="3584" y="6906"/>
                  </a:lnTo>
                  <a:lnTo>
                    <a:pt x="4203" y="6323"/>
                  </a:lnTo>
                  <a:close/>
                  <a:moveTo>
                    <a:pt x="3239" y="7123"/>
                  </a:moveTo>
                  <a:cubicBezTo>
                    <a:pt x="3307" y="7123"/>
                    <a:pt x="3376" y="7150"/>
                    <a:pt x="3429" y="7204"/>
                  </a:cubicBezTo>
                  <a:lnTo>
                    <a:pt x="3763" y="7537"/>
                  </a:lnTo>
                  <a:cubicBezTo>
                    <a:pt x="3858" y="7632"/>
                    <a:pt x="3858" y="7799"/>
                    <a:pt x="3751" y="7894"/>
                  </a:cubicBezTo>
                  <a:lnTo>
                    <a:pt x="3560" y="8097"/>
                  </a:lnTo>
                  <a:lnTo>
                    <a:pt x="2858" y="7394"/>
                  </a:lnTo>
                  <a:lnTo>
                    <a:pt x="3048" y="7204"/>
                  </a:lnTo>
                  <a:cubicBezTo>
                    <a:pt x="3102" y="7150"/>
                    <a:pt x="3170" y="7123"/>
                    <a:pt x="3239" y="7123"/>
                  </a:cubicBezTo>
                  <a:close/>
                  <a:moveTo>
                    <a:pt x="2631" y="7597"/>
                  </a:moveTo>
                  <a:lnTo>
                    <a:pt x="3334" y="8299"/>
                  </a:lnTo>
                  <a:lnTo>
                    <a:pt x="1167" y="10478"/>
                  </a:lnTo>
                  <a:cubicBezTo>
                    <a:pt x="1113" y="10526"/>
                    <a:pt x="1045" y="10550"/>
                    <a:pt x="976" y="10550"/>
                  </a:cubicBezTo>
                  <a:cubicBezTo>
                    <a:pt x="908" y="10550"/>
                    <a:pt x="840" y="10526"/>
                    <a:pt x="786" y="10478"/>
                  </a:cubicBezTo>
                  <a:lnTo>
                    <a:pt x="453" y="10133"/>
                  </a:lnTo>
                  <a:cubicBezTo>
                    <a:pt x="357" y="10038"/>
                    <a:pt x="357" y="9883"/>
                    <a:pt x="465" y="9776"/>
                  </a:cubicBezTo>
                  <a:lnTo>
                    <a:pt x="2631" y="7597"/>
                  </a:lnTo>
                  <a:close/>
                  <a:moveTo>
                    <a:pt x="7120" y="1"/>
                  </a:moveTo>
                  <a:cubicBezTo>
                    <a:pt x="3989" y="1"/>
                    <a:pt x="2191" y="3537"/>
                    <a:pt x="4001" y="6073"/>
                  </a:cubicBezTo>
                  <a:lnTo>
                    <a:pt x="3274" y="6799"/>
                  </a:lnTo>
                  <a:cubicBezTo>
                    <a:pt x="3249" y="6796"/>
                    <a:pt x="3223" y="6794"/>
                    <a:pt x="3198" y="6794"/>
                  </a:cubicBezTo>
                  <a:cubicBezTo>
                    <a:pt x="3049" y="6794"/>
                    <a:pt x="2912" y="6854"/>
                    <a:pt x="2810" y="6966"/>
                  </a:cubicBezTo>
                  <a:lnTo>
                    <a:pt x="226" y="9549"/>
                  </a:lnTo>
                  <a:cubicBezTo>
                    <a:pt x="0" y="9776"/>
                    <a:pt x="0" y="10145"/>
                    <a:pt x="226" y="10371"/>
                  </a:cubicBezTo>
                  <a:lnTo>
                    <a:pt x="572" y="10716"/>
                  </a:lnTo>
                  <a:cubicBezTo>
                    <a:pt x="679" y="10823"/>
                    <a:pt x="828" y="10877"/>
                    <a:pt x="976" y="10877"/>
                  </a:cubicBezTo>
                  <a:cubicBezTo>
                    <a:pt x="1125" y="10877"/>
                    <a:pt x="1274" y="10823"/>
                    <a:pt x="1381" y="10716"/>
                  </a:cubicBezTo>
                  <a:lnTo>
                    <a:pt x="3655" y="8430"/>
                  </a:lnTo>
                  <a:lnTo>
                    <a:pt x="3977" y="8121"/>
                  </a:lnTo>
                  <a:cubicBezTo>
                    <a:pt x="4096" y="8002"/>
                    <a:pt x="4155" y="7835"/>
                    <a:pt x="4144" y="7656"/>
                  </a:cubicBezTo>
                  <a:lnTo>
                    <a:pt x="4870" y="6930"/>
                  </a:lnTo>
                  <a:cubicBezTo>
                    <a:pt x="5406" y="7323"/>
                    <a:pt x="6037" y="7573"/>
                    <a:pt x="6715" y="7632"/>
                  </a:cubicBezTo>
                  <a:lnTo>
                    <a:pt x="6727" y="7632"/>
                  </a:lnTo>
                  <a:cubicBezTo>
                    <a:pt x="6799" y="7632"/>
                    <a:pt x="6882" y="7573"/>
                    <a:pt x="6894" y="7478"/>
                  </a:cubicBezTo>
                  <a:cubicBezTo>
                    <a:pt x="6906" y="7394"/>
                    <a:pt x="6834" y="7323"/>
                    <a:pt x="6739" y="7299"/>
                  </a:cubicBezTo>
                  <a:cubicBezTo>
                    <a:pt x="6037" y="7228"/>
                    <a:pt x="5406" y="6966"/>
                    <a:pt x="4882" y="6549"/>
                  </a:cubicBezTo>
                  <a:cubicBezTo>
                    <a:pt x="2298" y="4465"/>
                    <a:pt x="3822" y="310"/>
                    <a:pt x="7096" y="310"/>
                  </a:cubicBezTo>
                  <a:cubicBezTo>
                    <a:pt x="8942" y="310"/>
                    <a:pt x="10418" y="1703"/>
                    <a:pt x="10597" y="3465"/>
                  </a:cubicBezTo>
                  <a:cubicBezTo>
                    <a:pt x="10609" y="3549"/>
                    <a:pt x="10692" y="3608"/>
                    <a:pt x="10775" y="3608"/>
                  </a:cubicBezTo>
                  <a:cubicBezTo>
                    <a:pt x="10871" y="3596"/>
                    <a:pt x="10930" y="3525"/>
                    <a:pt x="10930" y="3430"/>
                  </a:cubicBezTo>
                  <a:cubicBezTo>
                    <a:pt x="10728" y="1525"/>
                    <a:pt x="9120" y="1"/>
                    <a:pt x="7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5"/>
            <p:cNvSpPr/>
            <p:nvPr/>
          </p:nvSpPr>
          <p:spPr>
            <a:xfrm>
              <a:off x="3658105" y="3389599"/>
              <a:ext cx="208820" cy="199431"/>
            </a:xfrm>
            <a:custGeom>
              <a:rect b="b" l="l" r="r" t="t"/>
              <a:pathLst>
                <a:path extrusionOk="0" h="6266" w="6561">
                  <a:moveTo>
                    <a:pt x="3441" y="336"/>
                  </a:moveTo>
                  <a:cubicBezTo>
                    <a:pt x="4989" y="336"/>
                    <a:pt x="6251" y="1587"/>
                    <a:pt x="6251" y="3146"/>
                  </a:cubicBezTo>
                  <a:cubicBezTo>
                    <a:pt x="6251" y="4694"/>
                    <a:pt x="4989" y="5944"/>
                    <a:pt x="3441" y="5944"/>
                  </a:cubicBezTo>
                  <a:cubicBezTo>
                    <a:pt x="2727" y="5944"/>
                    <a:pt x="1989" y="5682"/>
                    <a:pt x="1441" y="5135"/>
                  </a:cubicBezTo>
                  <a:cubicBezTo>
                    <a:pt x="345" y="4027"/>
                    <a:pt x="345" y="2241"/>
                    <a:pt x="1441" y="1158"/>
                  </a:cubicBezTo>
                  <a:cubicBezTo>
                    <a:pt x="1989" y="598"/>
                    <a:pt x="2703" y="336"/>
                    <a:pt x="3441" y="336"/>
                  </a:cubicBezTo>
                  <a:close/>
                  <a:moveTo>
                    <a:pt x="3428" y="0"/>
                  </a:moveTo>
                  <a:cubicBezTo>
                    <a:pt x="2628" y="0"/>
                    <a:pt x="1828" y="307"/>
                    <a:pt x="1215" y="920"/>
                  </a:cubicBezTo>
                  <a:cubicBezTo>
                    <a:pt x="0" y="2134"/>
                    <a:pt x="0" y="4123"/>
                    <a:pt x="1215" y="5337"/>
                  </a:cubicBezTo>
                  <a:cubicBezTo>
                    <a:pt x="1822" y="5944"/>
                    <a:pt x="2631" y="6266"/>
                    <a:pt x="3429" y="6266"/>
                  </a:cubicBezTo>
                  <a:cubicBezTo>
                    <a:pt x="5144" y="6266"/>
                    <a:pt x="6561" y="4873"/>
                    <a:pt x="6561" y="3134"/>
                  </a:cubicBezTo>
                  <a:cubicBezTo>
                    <a:pt x="6561" y="2301"/>
                    <a:pt x="6227" y="1515"/>
                    <a:pt x="5632" y="920"/>
                  </a:cubicBezTo>
                  <a:cubicBezTo>
                    <a:pt x="5025" y="307"/>
                    <a:pt x="4227" y="0"/>
                    <a:pt x="3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5"/>
            <p:cNvSpPr/>
            <p:nvPr/>
          </p:nvSpPr>
          <p:spPr>
            <a:xfrm>
              <a:off x="3720614" y="3426805"/>
              <a:ext cx="95164" cy="116011"/>
            </a:xfrm>
            <a:custGeom>
              <a:rect b="b" l="l" r="r" t="t"/>
              <a:pathLst>
                <a:path extrusionOk="0" h="3645" w="2990">
                  <a:moveTo>
                    <a:pt x="1477" y="334"/>
                  </a:moveTo>
                  <a:cubicBezTo>
                    <a:pt x="1834" y="334"/>
                    <a:pt x="2132" y="632"/>
                    <a:pt x="2132" y="989"/>
                  </a:cubicBezTo>
                  <a:cubicBezTo>
                    <a:pt x="2132" y="1334"/>
                    <a:pt x="1834" y="1632"/>
                    <a:pt x="1477" y="1632"/>
                  </a:cubicBezTo>
                  <a:cubicBezTo>
                    <a:pt x="1120" y="1632"/>
                    <a:pt x="822" y="1334"/>
                    <a:pt x="822" y="989"/>
                  </a:cubicBezTo>
                  <a:cubicBezTo>
                    <a:pt x="822" y="608"/>
                    <a:pt x="1120" y="334"/>
                    <a:pt x="1477" y="334"/>
                  </a:cubicBezTo>
                  <a:close/>
                  <a:moveTo>
                    <a:pt x="1906" y="1953"/>
                  </a:moveTo>
                  <a:cubicBezTo>
                    <a:pt x="2287" y="1953"/>
                    <a:pt x="2620" y="2263"/>
                    <a:pt x="2620" y="2668"/>
                  </a:cubicBezTo>
                  <a:lnTo>
                    <a:pt x="2620" y="3335"/>
                  </a:lnTo>
                  <a:lnTo>
                    <a:pt x="2275" y="3335"/>
                  </a:lnTo>
                  <a:lnTo>
                    <a:pt x="2275" y="2632"/>
                  </a:lnTo>
                  <a:cubicBezTo>
                    <a:pt x="2275" y="2549"/>
                    <a:pt x="2203" y="2477"/>
                    <a:pt x="2108" y="2477"/>
                  </a:cubicBezTo>
                  <a:cubicBezTo>
                    <a:pt x="2025" y="2477"/>
                    <a:pt x="1953" y="2549"/>
                    <a:pt x="1953" y="2632"/>
                  </a:cubicBezTo>
                  <a:lnTo>
                    <a:pt x="1953" y="3335"/>
                  </a:lnTo>
                  <a:lnTo>
                    <a:pt x="953" y="3335"/>
                  </a:lnTo>
                  <a:lnTo>
                    <a:pt x="953" y="2632"/>
                  </a:lnTo>
                  <a:cubicBezTo>
                    <a:pt x="953" y="2549"/>
                    <a:pt x="882" y="2477"/>
                    <a:pt x="787" y="2477"/>
                  </a:cubicBezTo>
                  <a:cubicBezTo>
                    <a:pt x="691" y="2477"/>
                    <a:pt x="620" y="2549"/>
                    <a:pt x="620" y="2632"/>
                  </a:cubicBezTo>
                  <a:lnTo>
                    <a:pt x="620" y="3335"/>
                  </a:lnTo>
                  <a:lnTo>
                    <a:pt x="263" y="3335"/>
                  </a:lnTo>
                  <a:lnTo>
                    <a:pt x="263" y="2668"/>
                  </a:lnTo>
                  <a:cubicBezTo>
                    <a:pt x="263" y="2275"/>
                    <a:pt x="584" y="1953"/>
                    <a:pt x="977" y="1953"/>
                  </a:cubicBezTo>
                  <a:close/>
                  <a:moveTo>
                    <a:pt x="1477" y="1"/>
                  </a:moveTo>
                  <a:cubicBezTo>
                    <a:pt x="941" y="1"/>
                    <a:pt x="501" y="429"/>
                    <a:pt x="501" y="965"/>
                  </a:cubicBezTo>
                  <a:cubicBezTo>
                    <a:pt x="501" y="1239"/>
                    <a:pt x="608" y="1477"/>
                    <a:pt x="787" y="1656"/>
                  </a:cubicBezTo>
                  <a:cubicBezTo>
                    <a:pt x="322" y="1763"/>
                    <a:pt x="1" y="2180"/>
                    <a:pt x="1" y="2656"/>
                  </a:cubicBezTo>
                  <a:lnTo>
                    <a:pt x="1" y="3335"/>
                  </a:lnTo>
                  <a:cubicBezTo>
                    <a:pt x="1" y="3501"/>
                    <a:pt x="132" y="3644"/>
                    <a:pt x="310" y="3644"/>
                  </a:cubicBezTo>
                  <a:lnTo>
                    <a:pt x="2680" y="3644"/>
                  </a:lnTo>
                  <a:cubicBezTo>
                    <a:pt x="2846" y="3644"/>
                    <a:pt x="2989" y="3513"/>
                    <a:pt x="2989" y="3335"/>
                  </a:cubicBezTo>
                  <a:lnTo>
                    <a:pt x="2989" y="2656"/>
                  </a:lnTo>
                  <a:cubicBezTo>
                    <a:pt x="2965" y="2180"/>
                    <a:pt x="2620" y="1763"/>
                    <a:pt x="2156" y="1656"/>
                  </a:cubicBezTo>
                  <a:cubicBezTo>
                    <a:pt x="2334" y="1477"/>
                    <a:pt x="2442" y="1239"/>
                    <a:pt x="2442" y="965"/>
                  </a:cubicBezTo>
                  <a:cubicBezTo>
                    <a:pt x="2442" y="429"/>
                    <a:pt x="2013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5"/>
            <p:cNvSpPr/>
            <p:nvPr/>
          </p:nvSpPr>
          <p:spPr>
            <a:xfrm>
              <a:off x="3773671" y="3496030"/>
              <a:ext cx="115597" cy="114993"/>
            </a:xfrm>
            <a:custGeom>
              <a:rect b="b" l="l" r="r" t="t"/>
              <a:pathLst>
                <a:path extrusionOk="0" h="3613" w="3632">
                  <a:moveTo>
                    <a:pt x="3433" y="0"/>
                  </a:moveTo>
                  <a:cubicBezTo>
                    <a:pt x="3361" y="0"/>
                    <a:pt x="3297" y="65"/>
                    <a:pt x="3287" y="148"/>
                  </a:cubicBezTo>
                  <a:cubicBezTo>
                    <a:pt x="3120" y="1803"/>
                    <a:pt x="1810" y="3112"/>
                    <a:pt x="143" y="3291"/>
                  </a:cubicBezTo>
                  <a:cubicBezTo>
                    <a:pt x="60" y="3303"/>
                    <a:pt x="1" y="3374"/>
                    <a:pt x="1" y="3469"/>
                  </a:cubicBezTo>
                  <a:cubicBezTo>
                    <a:pt x="13" y="3553"/>
                    <a:pt x="72" y="3612"/>
                    <a:pt x="167" y="3612"/>
                  </a:cubicBezTo>
                  <a:lnTo>
                    <a:pt x="179" y="3612"/>
                  </a:lnTo>
                  <a:cubicBezTo>
                    <a:pt x="1989" y="3422"/>
                    <a:pt x="3442" y="1993"/>
                    <a:pt x="3620" y="183"/>
                  </a:cubicBezTo>
                  <a:cubicBezTo>
                    <a:pt x="3632" y="88"/>
                    <a:pt x="3561" y="17"/>
                    <a:pt x="3465" y="5"/>
                  </a:cubicBezTo>
                  <a:cubicBezTo>
                    <a:pt x="3454" y="2"/>
                    <a:pt x="3443" y="0"/>
                    <a:pt x="34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25"/>
          <p:cNvSpPr txBox="1"/>
          <p:nvPr>
            <p:ph idx="13" type="ctrTitle"/>
          </p:nvPr>
        </p:nvSpPr>
        <p:spPr>
          <a:xfrm>
            <a:off x="6291743" y="4332034"/>
            <a:ext cx="1725600" cy="442800"/>
          </a:xfrm>
          <a:prstGeom prst="rect">
            <a:avLst/>
          </a:prstGeom>
        </p:spPr>
        <p:txBody>
          <a:bodyPr anchorCtr="0" anchor="b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Database</a:t>
            </a:r>
            <a:endParaRPr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2"/>
              <a:t>Integrity</a:t>
            </a:r>
            <a:endParaRPr sz="1532"/>
          </a:p>
        </p:txBody>
      </p:sp>
      <p:sp>
        <p:nvSpPr>
          <p:cNvPr id="514" name="Google Shape;514;p25"/>
          <p:cNvSpPr txBox="1"/>
          <p:nvPr>
            <p:ph idx="9" type="title"/>
          </p:nvPr>
        </p:nvSpPr>
        <p:spPr>
          <a:xfrm>
            <a:off x="6291291" y="3756735"/>
            <a:ext cx="1343700" cy="442800"/>
          </a:xfrm>
          <a:prstGeom prst="rect">
            <a:avLst/>
          </a:prstGeom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77">
                <a:solidFill>
                  <a:schemeClr val="accent3"/>
                </a:solidFill>
              </a:rPr>
              <a:t>08</a:t>
            </a:r>
            <a:endParaRPr sz="3677">
              <a:solidFill>
                <a:schemeClr val="accent3"/>
              </a:solidFill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6291291" y="2926910"/>
            <a:ext cx="631800" cy="63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70050" lIns="70050" spcFirstLastPara="1" rIns="70050" wrap="square" tIns="70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7">
              <a:solidFill>
                <a:schemeClr val="accent2"/>
              </a:solidFill>
            </a:endParaRPr>
          </a:p>
        </p:txBody>
      </p:sp>
      <p:cxnSp>
        <p:nvCxnSpPr>
          <p:cNvPr id="516" name="Google Shape;516;p25"/>
          <p:cNvCxnSpPr>
            <a:stCxn id="515" idx="1"/>
            <a:endCxn id="514" idx="1"/>
          </p:cNvCxnSpPr>
          <p:nvPr/>
        </p:nvCxnSpPr>
        <p:spPr>
          <a:xfrm>
            <a:off x="6291291" y="3242810"/>
            <a:ext cx="600" cy="735300"/>
          </a:xfrm>
          <a:prstGeom prst="bentConnector3">
            <a:avLst>
              <a:gd fmla="val -39687500" name="adj1"/>
            </a:avLst>
          </a:prstGeom>
          <a:noFill/>
          <a:ln cap="flat" cmpd="sng" w="73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7" name="Google Shape;517;p25"/>
          <p:cNvGrpSpPr/>
          <p:nvPr/>
        </p:nvGrpSpPr>
        <p:grpSpPr>
          <a:xfrm>
            <a:off x="1459567" y="3053276"/>
            <a:ext cx="442214" cy="444567"/>
            <a:chOff x="3095745" y="3805393"/>
            <a:chExt cx="352840" cy="354717"/>
          </a:xfrm>
        </p:grpSpPr>
        <p:sp>
          <p:nvSpPr>
            <p:cNvPr id="518" name="Google Shape;518;p25"/>
            <p:cNvSpPr/>
            <p:nvPr/>
          </p:nvSpPr>
          <p:spPr>
            <a:xfrm>
              <a:off x="3095745" y="3805393"/>
              <a:ext cx="272093" cy="271711"/>
            </a:xfrm>
            <a:custGeom>
              <a:rect b="b" l="l" r="r" t="t"/>
              <a:pathLst>
                <a:path extrusionOk="0" h="8537" w="8549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5"/>
            <p:cNvSpPr/>
            <p:nvPr/>
          </p:nvSpPr>
          <p:spPr>
            <a:xfrm>
              <a:off x="3184798" y="3878883"/>
              <a:ext cx="109550" cy="94018"/>
            </a:xfrm>
            <a:custGeom>
              <a:rect b="b" l="l" r="r" t="t"/>
              <a:pathLst>
                <a:path extrusionOk="0" h="2954" w="3442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3168120" y="3917331"/>
              <a:ext cx="102707" cy="87016"/>
            </a:xfrm>
            <a:custGeom>
              <a:rect b="b" l="l" r="r" t="t"/>
              <a:pathLst>
                <a:path extrusionOk="0" h="2734" w="3227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5"/>
            <p:cNvSpPr/>
            <p:nvPr/>
          </p:nvSpPr>
          <p:spPr>
            <a:xfrm>
              <a:off x="3264749" y="3976275"/>
              <a:ext cx="183836" cy="183836"/>
            </a:xfrm>
            <a:custGeom>
              <a:rect b="b" l="l" r="r" t="t"/>
              <a:pathLst>
                <a:path extrusionOk="0" h="5776" w="5776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5"/>
            <p:cNvSpPr/>
            <p:nvPr/>
          </p:nvSpPr>
          <p:spPr>
            <a:xfrm>
              <a:off x="3326526" y="4036907"/>
              <a:ext cx="62541" cy="62573"/>
            </a:xfrm>
            <a:custGeom>
              <a:rect b="b" l="l" r="r" t="t"/>
              <a:pathLst>
                <a:path extrusionOk="0" h="1966" w="1965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5"/>
            <p:cNvSpPr/>
            <p:nvPr/>
          </p:nvSpPr>
          <p:spPr>
            <a:xfrm>
              <a:off x="3196542" y="3907687"/>
              <a:ext cx="68238" cy="68238"/>
            </a:xfrm>
            <a:custGeom>
              <a:rect b="b" l="l" r="r" t="t"/>
              <a:pathLst>
                <a:path extrusionOk="0" h="2144" w="2144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0050" lIns="70050" spcFirstLastPara="1" rIns="70050" wrap="square" tIns="70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25"/>
          <p:cNvGrpSpPr/>
          <p:nvPr/>
        </p:nvGrpSpPr>
        <p:grpSpPr>
          <a:xfrm>
            <a:off x="1457041" y="1038974"/>
            <a:ext cx="447264" cy="446818"/>
            <a:chOff x="4886264" y="3366174"/>
            <a:chExt cx="350548" cy="350198"/>
          </a:xfrm>
        </p:grpSpPr>
        <p:sp>
          <p:nvSpPr>
            <p:cNvPr id="525" name="Google Shape;525;p25"/>
            <p:cNvSpPr/>
            <p:nvPr/>
          </p:nvSpPr>
          <p:spPr>
            <a:xfrm>
              <a:off x="4946132" y="3426614"/>
              <a:ext cx="230431" cy="289758"/>
            </a:xfrm>
            <a:custGeom>
              <a:rect b="b" l="l" r="r" t="t"/>
              <a:pathLst>
                <a:path extrusionOk="0" h="9104" w="7240">
                  <a:moveTo>
                    <a:pt x="3811" y="3793"/>
                  </a:moveTo>
                  <a:cubicBezTo>
                    <a:pt x="4001" y="3793"/>
                    <a:pt x="4168" y="3948"/>
                    <a:pt x="4168" y="4150"/>
                  </a:cubicBezTo>
                  <a:lnTo>
                    <a:pt x="4168" y="4484"/>
                  </a:lnTo>
                  <a:cubicBezTo>
                    <a:pt x="4156" y="4769"/>
                    <a:pt x="3930" y="5007"/>
                    <a:pt x="3632" y="5007"/>
                  </a:cubicBezTo>
                  <a:cubicBezTo>
                    <a:pt x="3334" y="5007"/>
                    <a:pt x="3108" y="4769"/>
                    <a:pt x="3108" y="4484"/>
                  </a:cubicBezTo>
                  <a:lnTo>
                    <a:pt x="3108" y="4150"/>
                  </a:lnTo>
                  <a:cubicBezTo>
                    <a:pt x="3108" y="3948"/>
                    <a:pt x="3263" y="3793"/>
                    <a:pt x="3465" y="3793"/>
                  </a:cubicBezTo>
                  <a:close/>
                  <a:moveTo>
                    <a:pt x="3787" y="5341"/>
                  </a:moveTo>
                  <a:lnTo>
                    <a:pt x="3787" y="5412"/>
                  </a:lnTo>
                  <a:cubicBezTo>
                    <a:pt x="3811" y="5472"/>
                    <a:pt x="3822" y="5531"/>
                    <a:pt x="3846" y="5579"/>
                  </a:cubicBezTo>
                  <a:lnTo>
                    <a:pt x="3632" y="5793"/>
                  </a:lnTo>
                  <a:lnTo>
                    <a:pt x="3596" y="5793"/>
                  </a:lnTo>
                  <a:lnTo>
                    <a:pt x="3370" y="5579"/>
                  </a:lnTo>
                  <a:cubicBezTo>
                    <a:pt x="3406" y="5531"/>
                    <a:pt x="3418" y="5472"/>
                    <a:pt x="3418" y="5412"/>
                  </a:cubicBezTo>
                  <a:lnTo>
                    <a:pt x="3418" y="5341"/>
                  </a:lnTo>
                  <a:close/>
                  <a:moveTo>
                    <a:pt x="3630" y="314"/>
                  </a:moveTo>
                  <a:cubicBezTo>
                    <a:pt x="4485" y="314"/>
                    <a:pt x="5309" y="622"/>
                    <a:pt x="5930" y="1209"/>
                  </a:cubicBezTo>
                  <a:cubicBezTo>
                    <a:pt x="6585" y="1840"/>
                    <a:pt x="6954" y="2686"/>
                    <a:pt x="6954" y="3591"/>
                  </a:cubicBezTo>
                  <a:cubicBezTo>
                    <a:pt x="6918" y="4293"/>
                    <a:pt x="6704" y="4936"/>
                    <a:pt x="6323" y="5484"/>
                  </a:cubicBezTo>
                  <a:cubicBezTo>
                    <a:pt x="5942" y="6020"/>
                    <a:pt x="5430" y="6436"/>
                    <a:pt x="4823" y="6674"/>
                  </a:cubicBezTo>
                  <a:cubicBezTo>
                    <a:pt x="4620" y="6746"/>
                    <a:pt x="4501" y="6948"/>
                    <a:pt x="4501" y="7151"/>
                  </a:cubicBezTo>
                  <a:lnTo>
                    <a:pt x="4501" y="7603"/>
                  </a:lnTo>
                  <a:cubicBezTo>
                    <a:pt x="4501" y="7674"/>
                    <a:pt x="4489" y="7734"/>
                    <a:pt x="4442" y="7794"/>
                  </a:cubicBezTo>
                  <a:lnTo>
                    <a:pt x="4287" y="8044"/>
                  </a:lnTo>
                  <a:cubicBezTo>
                    <a:pt x="4263" y="8055"/>
                    <a:pt x="4251" y="8091"/>
                    <a:pt x="4251" y="8103"/>
                  </a:cubicBezTo>
                  <a:lnTo>
                    <a:pt x="3037" y="8103"/>
                  </a:lnTo>
                  <a:cubicBezTo>
                    <a:pt x="3013" y="8091"/>
                    <a:pt x="3013" y="8055"/>
                    <a:pt x="3001" y="8044"/>
                  </a:cubicBezTo>
                  <a:lnTo>
                    <a:pt x="2834" y="7794"/>
                  </a:lnTo>
                  <a:cubicBezTo>
                    <a:pt x="2799" y="7734"/>
                    <a:pt x="2775" y="7663"/>
                    <a:pt x="2775" y="7603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8" y="5769"/>
                  </a:lnTo>
                  <a:lnTo>
                    <a:pt x="3418" y="6020"/>
                  </a:lnTo>
                  <a:cubicBezTo>
                    <a:pt x="3477" y="6079"/>
                    <a:pt x="3572" y="6127"/>
                    <a:pt x="3656" y="6127"/>
                  </a:cubicBezTo>
                  <a:cubicBezTo>
                    <a:pt x="3751" y="6127"/>
                    <a:pt x="3834" y="6091"/>
                    <a:pt x="3894" y="6020"/>
                  </a:cubicBezTo>
                  <a:lnTo>
                    <a:pt x="4144" y="5769"/>
                  </a:lnTo>
                  <a:lnTo>
                    <a:pt x="4430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4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51" y="5698"/>
                    <a:pt x="4573" y="5615"/>
                  </a:cubicBezTo>
                  <a:lnTo>
                    <a:pt x="4180" y="5412"/>
                  </a:lnTo>
                  <a:lnTo>
                    <a:pt x="4180" y="5400"/>
                  </a:lnTo>
                  <a:lnTo>
                    <a:pt x="4180" y="5162"/>
                  </a:lnTo>
                  <a:cubicBezTo>
                    <a:pt x="4382" y="5007"/>
                    <a:pt x="4513" y="4757"/>
                    <a:pt x="4513" y="4472"/>
                  </a:cubicBezTo>
                  <a:lnTo>
                    <a:pt x="4513" y="4126"/>
                  </a:lnTo>
                  <a:cubicBezTo>
                    <a:pt x="4513" y="3757"/>
                    <a:pt x="4215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26"/>
                  </a:cubicBezTo>
                  <a:lnTo>
                    <a:pt x="2810" y="4472"/>
                  </a:lnTo>
                  <a:cubicBezTo>
                    <a:pt x="2810" y="4757"/>
                    <a:pt x="2941" y="5007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15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48"/>
                    <a:pt x="1382" y="6055"/>
                    <a:pt x="1001" y="5543"/>
                  </a:cubicBezTo>
                  <a:cubicBezTo>
                    <a:pt x="572" y="4960"/>
                    <a:pt x="370" y="4269"/>
                    <a:pt x="382" y="3531"/>
                  </a:cubicBezTo>
                  <a:cubicBezTo>
                    <a:pt x="393" y="2721"/>
                    <a:pt x="727" y="1924"/>
                    <a:pt x="1322" y="1317"/>
                  </a:cubicBezTo>
                  <a:cubicBezTo>
                    <a:pt x="1894" y="709"/>
                    <a:pt x="2668" y="364"/>
                    <a:pt x="3489" y="316"/>
                  </a:cubicBezTo>
                  <a:cubicBezTo>
                    <a:pt x="3536" y="315"/>
                    <a:pt x="3583" y="314"/>
                    <a:pt x="3630" y="314"/>
                  </a:cubicBezTo>
                  <a:close/>
                  <a:moveTo>
                    <a:pt x="4156" y="8436"/>
                  </a:moveTo>
                  <a:lnTo>
                    <a:pt x="4156" y="8794"/>
                  </a:lnTo>
                  <a:lnTo>
                    <a:pt x="3120" y="8806"/>
                  </a:lnTo>
                  <a:cubicBezTo>
                    <a:pt x="3120" y="8806"/>
                    <a:pt x="3108" y="8806"/>
                    <a:pt x="3108" y="8794"/>
                  </a:cubicBezTo>
                  <a:lnTo>
                    <a:pt x="3108" y="8436"/>
                  </a:lnTo>
                  <a:close/>
                  <a:moveTo>
                    <a:pt x="3645" y="0"/>
                  </a:moveTo>
                  <a:cubicBezTo>
                    <a:pt x="3573" y="0"/>
                    <a:pt x="3501" y="3"/>
                    <a:pt x="3430" y="7"/>
                  </a:cubicBezTo>
                  <a:cubicBezTo>
                    <a:pt x="2525" y="54"/>
                    <a:pt x="1679" y="435"/>
                    <a:pt x="1036" y="1114"/>
                  </a:cubicBezTo>
                  <a:cubicBezTo>
                    <a:pt x="393" y="1769"/>
                    <a:pt x="36" y="2626"/>
                    <a:pt x="12" y="3531"/>
                  </a:cubicBezTo>
                  <a:cubicBezTo>
                    <a:pt x="1" y="4341"/>
                    <a:pt x="239" y="5103"/>
                    <a:pt x="715" y="5734"/>
                  </a:cubicBezTo>
                  <a:cubicBezTo>
                    <a:pt x="1144" y="6317"/>
                    <a:pt x="1751" y="6782"/>
                    <a:pt x="2441" y="7020"/>
                  </a:cubicBezTo>
                  <a:lnTo>
                    <a:pt x="2441" y="7591"/>
                  </a:lnTo>
                  <a:cubicBezTo>
                    <a:pt x="2441" y="7734"/>
                    <a:pt x="2477" y="7865"/>
                    <a:pt x="2560" y="7972"/>
                  </a:cubicBezTo>
                  <a:lnTo>
                    <a:pt x="2715" y="8222"/>
                  </a:lnTo>
                  <a:cubicBezTo>
                    <a:pt x="2763" y="8282"/>
                    <a:pt x="2775" y="8353"/>
                    <a:pt x="2775" y="8413"/>
                  </a:cubicBezTo>
                  <a:lnTo>
                    <a:pt x="2775" y="8770"/>
                  </a:lnTo>
                  <a:cubicBezTo>
                    <a:pt x="2775" y="8948"/>
                    <a:pt x="2929" y="9103"/>
                    <a:pt x="3108" y="9103"/>
                  </a:cubicBezTo>
                  <a:lnTo>
                    <a:pt x="4144" y="9103"/>
                  </a:lnTo>
                  <a:cubicBezTo>
                    <a:pt x="4323" y="9103"/>
                    <a:pt x="4477" y="8948"/>
                    <a:pt x="4477" y="8770"/>
                  </a:cubicBezTo>
                  <a:lnTo>
                    <a:pt x="4477" y="8413"/>
                  </a:lnTo>
                  <a:cubicBezTo>
                    <a:pt x="4477" y="8341"/>
                    <a:pt x="4489" y="8282"/>
                    <a:pt x="4537" y="8222"/>
                  </a:cubicBezTo>
                  <a:lnTo>
                    <a:pt x="4704" y="7972"/>
                  </a:lnTo>
                  <a:cubicBezTo>
                    <a:pt x="4775" y="7853"/>
                    <a:pt x="4823" y="7734"/>
                    <a:pt x="4823" y="7591"/>
                  </a:cubicBezTo>
                  <a:lnTo>
                    <a:pt x="4823" y="7151"/>
                  </a:lnTo>
                  <a:cubicBezTo>
                    <a:pt x="4823" y="7079"/>
                    <a:pt x="4858" y="6996"/>
                    <a:pt x="4942" y="6984"/>
                  </a:cubicBezTo>
                  <a:cubicBezTo>
                    <a:pt x="5608" y="6722"/>
                    <a:pt x="6168" y="6270"/>
                    <a:pt x="6585" y="5674"/>
                  </a:cubicBezTo>
                  <a:cubicBezTo>
                    <a:pt x="7001" y="5067"/>
                    <a:pt x="7228" y="4353"/>
                    <a:pt x="7228" y="3626"/>
                  </a:cubicBezTo>
                  <a:cubicBezTo>
                    <a:pt x="7240" y="2614"/>
                    <a:pt x="6835" y="1686"/>
                    <a:pt x="6108" y="995"/>
                  </a:cubicBezTo>
                  <a:cubicBezTo>
                    <a:pt x="5434" y="354"/>
                    <a:pt x="4566" y="0"/>
                    <a:pt x="36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4886264" y="3536706"/>
              <a:ext cx="48919" cy="10662"/>
            </a:xfrm>
            <a:custGeom>
              <a:rect b="b" l="l" r="r" t="t"/>
              <a:pathLst>
                <a:path extrusionOk="0" h="335" w="1537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60"/>
                    <a:pt x="1465" y="1"/>
                    <a:pt x="1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5"/>
            <p:cNvSpPr/>
            <p:nvPr/>
          </p:nvSpPr>
          <p:spPr>
            <a:xfrm>
              <a:off x="5187894" y="3536706"/>
              <a:ext cx="48919" cy="10662"/>
            </a:xfrm>
            <a:custGeom>
              <a:rect b="b" l="l" r="r" t="t"/>
              <a:pathLst>
                <a:path extrusionOk="0" h="335" w="1537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60"/>
                    <a:pt x="1465" y="1"/>
                    <a:pt x="1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5"/>
            <p:cNvSpPr/>
            <p:nvPr/>
          </p:nvSpPr>
          <p:spPr>
            <a:xfrm>
              <a:off x="5056414" y="3366174"/>
              <a:ext cx="10248" cy="48919"/>
            </a:xfrm>
            <a:custGeom>
              <a:rect b="b" l="l" r="r" t="t"/>
              <a:pathLst>
                <a:path extrusionOk="0" h="1537" w="322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1370"/>
                  </a:lnTo>
                  <a:cubicBezTo>
                    <a:pt x="0" y="1465"/>
                    <a:pt x="72" y="1537"/>
                    <a:pt x="167" y="1537"/>
                  </a:cubicBezTo>
                  <a:cubicBezTo>
                    <a:pt x="250" y="1537"/>
                    <a:pt x="322" y="1465"/>
                    <a:pt x="322" y="1370"/>
                  </a:cubicBezTo>
                  <a:lnTo>
                    <a:pt x="322" y="168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5"/>
            <p:cNvSpPr/>
            <p:nvPr/>
          </p:nvSpPr>
          <p:spPr>
            <a:xfrm>
              <a:off x="4978723" y="3650744"/>
              <a:ext cx="22757" cy="29249"/>
            </a:xfrm>
            <a:custGeom>
              <a:rect b="b" l="l" r="r" t="t"/>
              <a:pathLst>
                <a:path extrusionOk="0" h="919" w="715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2"/>
                    <a:pt x="24" y="859"/>
                    <a:pt x="108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9" y="918"/>
                    <a:pt x="286" y="883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703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5"/>
            <p:cNvSpPr/>
            <p:nvPr/>
          </p:nvSpPr>
          <p:spPr>
            <a:xfrm>
              <a:off x="5121597" y="3403380"/>
              <a:ext cx="22757" cy="29154"/>
            </a:xfrm>
            <a:custGeom>
              <a:rect b="b" l="l" r="r" t="t"/>
              <a:pathLst>
                <a:path extrusionOk="0" h="916" w="715">
                  <a:moveTo>
                    <a:pt x="537" y="1"/>
                  </a:moveTo>
                  <a:cubicBezTo>
                    <a:pt x="476" y="1"/>
                    <a:pt x="418" y="33"/>
                    <a:pt x="393" y="82"/>
                  </a:cubicBezTo>
                  <a:lnTo>
                    <a:pt x="48" y="677"/>
                  </a:lnTo>
                  <a:cubicBezTo>
                    <a:pt x="0" y="749"/>
                    <a:pt x="36" y="856"/>
                    <a:pt x="107" y="904"/>
                  </a:cubicBezTo>
                  <a:cubicBezTo>
                    <a:pt x="143" y="915"/>
                    <a:pt x="167" y="915"/>
                    <a:pt x="179" y="915"/>
                  </a:cubicBezTo>
                  <a:cubicBezTo>
                    <a:pt x="238" y="915"/>
                    <a:pt x="286" y="880"/>
                    <a:pt x="322" y="844"/>
                  </a:cubicBezTo>
                  <a:lnTo>
                    <a:pt x="655" y="249"/>
                  </a:lnTo>
                  <a:cubicBezTo>
                    <a:pt x="715" y="165"/>
                    <a:pt x="691" y="70"/>
                    <a:pt x="619" y="22"/>
                  </a:cubicBezTo>
                  <a:cubicBezTo>
                    <a:pt x="593" y="8"/>
                    <a:pt x="565" y="1"/>
                    <a:pt x="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5"/>
            <p:cNvSpPr/>
            <p:nvPr/>
          </p:nvSpPr>
          <p:spPr>
            <a:xfrm>
              <a:off x="4922643" y="3459842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1"/>
                    <a:pt x="108" y="308"/>
                  </a:cubicBezTo>
                  <a:lnTo>
                    <a:pt x="703" y="642"/>
                  </a:lnTo>
                  <a:cubicBezTo>
                    <a:pt x="739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82"/>
                  </a:cubicBezTo>
                  <a:cubicBezTo>
                    <a:pt x="977" y="511"/>
                    <a:pt x="941" y="404"/>
                    <a:pt x="870" y="368"/>
                  </a:cubicBezTo>
                  <a:lnTo>
                    <a:pt x="274" y="23"/>
                  </a:lnTo>
                  <a:cubicBezTo>
                    <a:pt x="252" y="8"/>
                    <a:pt x="226" y="1"/>
                    <a:pt x="1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5169720" y="3602334"/>
              <a:ext cx="30714" cy="21197"/>
            </a:xfrm>
            <a:custGeom>
              <a:rect b="b" l="l" r="r" t="t"/>
              <a:pathLst>
                <a:path extrusionOk="0" h="666" w="965">
                  <a:moveTo>
                    <a:pt x="187" y="1"/>
                  </a:moveTo>
                  <a:cubicBezTo>
                    <a:pt x="129" y="1"/>
                    <a:pt x="69" y="33"/>
                    <a:pt x="36" y="82"/>
                  </a:cubicBezTo>
                  <a:cubicBezTo>
                    <a:pt x="0" y="153"/>
                    <a:pt x="24" y="260"/>
                    <a:pt x="95" y="308"/>
                  </a:cubicBezTo>
                  <a:lnTo>
                    <a:pt x="691" y="653"/>
                  </a:lnTo>
                  <a:cubicBezTo>
                    <a:pt x="727" y="665"/>
                    <a:pt x="750" y="665"/>
                    <a:pt x="774" y="665"/>
                  </a:cubicBezTo>
                  <a:cubicBezTo>
                    <a:pt x="834" y="665"/>
                    <a:pt x="869" y="629"/>
                    <a:pt x="905" y="594"/>
                  </a:cubicBezTo>
                  <a:cubicBezTo>
                    <a:pt x="965" y="510"/>
                    <a:pt x="953" y="415"/>
                    <a:pt x="857" y="368"/>
                  </a:cubicBezTo>
                  <a:lnTo>
                    <a:pt x="262" y="22"/>
                  </a:lnTo>
                  <a:cubicBezTo>
                    <a:pt x="240" y="7"/>
                    <a:pt x="214" y="1"/>
                    <a:pt x="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5"/>
            <p:cNvSpPr/>
            <p:nvPr/>
          </p:nvSpPr>
          <p:spPr>
            <a:xfrm>
              <a:off x="5121597" y="3650744"/>
              <a:ext cx="22757" cy="29249"/>
            </a:xfrm>
            <a:custGeom>
              <a:rect b="b" l="l" r="r" t="t"/>
              <a:pathLst>
                <a:path extrusionOk="0" h="919" w="715">
                  <a:moveTo>
                    <a:pt x="190" y="1"/>
                  </a:moveTo>
                  <a:cubicBezTo>
                    <a:pt x="161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3"/>
                    <a:pt x="476" y="918"/>
                    <a:pt x="524" y="918"/>
                  </a:cubicBezTo>
                  <a:cubicBezTo>
                    <a:pt x="560" y="918"/>
                    <a:pt x="584" y="918"/>
                    <a:pt x="595" y="894"/>
                  </a:cubicBezTo>
                  <a:cubicBezTo>
                    <a:pt x="691" y="859"/>
                    <a:pt x="715" y="752"/>
                    <a:pt x="679" y="680"/>
                  </a:cubicBezTo>
                  <a:lnTo>
                    <a:pt x="334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5"/>
            <p:cNvSpPr/>
            <p:nvPr/>
          </p:nvSpPr>
          <p:spPr>
            <a:xfrm>
              <a:off x="4978723" y="3403380"/>
              <a:ext cx="22757" cy="29154"/>
            </a:xfrm>
            <a:custGeom>
              <a:rect b="b" l="l" r="r" t="t"/>
              <a:pathLst>
                <a:path extrusionOk="0" h="916" w="715">
                  <a:moveTo>
                    <a:pt x="182" y="1"/>
                  </a:moveTo>
                  <a:cubicBezTo>
                    <a:pt x="156" y="1"/>
                    <a:pt x="130" y="8"/>
                    <a:pt x="108" y="22"/>
                  </a:cubicBezTo>
                  <a:cubicBezTo>
                    <a:pt x="24" y="70"/>
                    <a:pt x="0" y="177"/>
                    <a:pt x="48" y="249"/>
                  </a:cubicBezTo>
                  <a:lnTo>
                    <a:pt x="381" y="844"/>
                  </a:lnTo>
                  <a:cubicBezTo>
                    <a:pt x="417" y="892"/>
                    <a:pt x="477" y="915"/>
                    <a:pt x="524" y="915"/>
                  </a:cubicBezTo>
                  <a:cubicBezTo>
                    <a:pt x="548" y="915"/>
                    <a:pt x="584" y="915"/>
                    <a:pt x="596" y="904"/>
                  </a:cubicBezTo>
                  <a:cubicBezTo>
                    <a:pt x="703" y="856"/>
                    <a:pt x="715" y="749"/>
                    <a:pt x="667" y="677"/>
                  </a:cubicBezTo>
                  <a:lnTo>
                    <a:pt x="322" y="82"/>
                  </a:lnTo>
                  <a:cubicBezTo>
                    <a:pt x="297" y="33"/>
                    <a:pt x="239" y="1"/>
                    <a:pt x="1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5"/>
            <p:cNvSpPr/>
            <p:nvPr/>
          </p:nvSpPr>
          <p:spPr>
            <a:xfrm>
              <a:off x="5169720" y="3459842"/>
              <a:ext cx="30714" cy="21197"/>
            </a:xfrm>
            <a:custGeom>
              <a:rect b="b" l="l" r="r" t="t"/>
              <a:pathLst>
                <a:path extrusionOk="0" h="666" w="965">
                  <a:moveTo>
                    <a:pt x="771" y="1"/>
                  </a:moveTo>
                  <a:cubicBezTo>
                    <a:pt x="744" y="1"/>
                    <a:pt x="717" y="8"/>
                    <a:pt x="691" y="23"/>
                  </a:cubicBezTo>
                  <a:lnTo>
                    <a:pt x="95" y="368"/>
                  </a:lnTo>
                  <a:cubicBezTo>
                    <a:pt x="24" y="404"/>
                    <a:pt x="0" y="511"/>
                    <a:pt x="36" y="582"/>
                  </a:cubicBezTo>
                  <a:cubicBezTo>
                    <a:pt x="72" y="630"/>
                    <a:pt x="131" y="665"/>
                    <a:pt x="179" y="665"/>
                  </a:cubicBezTo>
                  <a:cubicBezTo>
                    <a:pt x="203" y="665"/>
                    <a:pt x="238" y="665"/>
                    <a:pt x="250" y="642"/>
                  </a:cubicBezTo>
                  <a:lnTo>
                    <a:pt x="846" y="308"/>
                  </a:lnTo>
                  <a:cubicBezTo>
                    <a:pt x="953" y="261"/>
                    <a:pt x="965" y="153"/>
                    <a:pt x="917" y="82"/>
                  </a:cubicBezTo>
                  <a:cubicBezTo>
                    <a:pt x="884" y="33"/>
                    <a:pt x="829" y="1"/>
                    <a:pt x="7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5"/>
            <p:cNvSpPr/>
            <p:nvPr/>
          </p:nvSpPr>
          <p:spPr>
            <a:xfrm>
              <a:off x="4922643" y="3602334"/>
              <a:ext cx="31095" cy="21197"/>
            </a:xfrm>
            <a:custGeom>
              <a:rect b="b" l="l" r="r" t="t"/>
              <a:pathLst>
                <a:path extrusionOk="0" h="666" w="977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8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31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8" y="308"/>
                  </a:lnTo>
                  <a:cubicBezTo>
                    <a:pt x="941" y="260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5"/>
            <p:cNvSpPr/>
            <p:nvPr/>
          </p:nvSpPr>
          <p:spPr>
            <a:xfrm>
              <a:off x="5077993" y="3451758"/>
              <a:ext cx="70912" cy="62637"/>
            </a:xfrm>
            <a:custGeom>
              <a:rect b="b" l="l" r="r" t="t"/>
              <a:pathLst>
                <a:path extrusionOk="0" h="1968" w="2228">
                  <a:moveTo>
                    <a:pt x="186" y="1"/>
                  </a:moveTo>
                  <a:cubicBezTo>
                    <a:pt x="104" y="1"/>
                    <a:pt x="35" y="47"/>
                    <a:pt x="25" y="122"/>
                  </a:cubicBezTo>
                  <a:cubicBezTo>
                    <a:pt x="1" y="217"/>
                    <a:pt x="49" y="300"/>
                    <a:pt x="144" y="312"/>
                  </a:cubicBezTo>
                  <a:cubicBezTo>
                    <a:pt x="930" y="527"/>
                    <a:pt x="1584" y="1098"/>
                    <a:pt x="1894" y="1860"/>
                  </a:cubicBezTo>
                  <a:cubicBezTo>
                    <a:pt x="1930" y="1920"/>
                    <a:pt x="1989" y="1967"/>
                    <a:pt x="2049" y="1967"/>
                  </a:cubicBezTo>
                  <a:cubicBezTo>
                    <a:pt x="2061" y="1967"/>
                    <a:pt x="2085" y="1967"/>
                    <a:pt x="2108" y="1955"/>
                  </a:cubicBezTo>
                  <a:cubicBezTo>
                    <a:pt x="2192" y="1908"/>
                    <a:pt x="2227" y="1812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6" y="1"/>
                    <a:pt x="196" y="1"/>
                    <a:pt x="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6650" lIns="116650" spcFirstLastPara="1" rIns="116650" wrap="square" tIns="11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25"/>
          <p:cNvGrpSpPr/>
          <p:nvPr/>
        </p:nvGrpSpPr>
        <p:grpSpPr>
          <a:xfrm>
            <a:off x="4713821" y="1038983"/>
            <a:ext cx="502380" cy="446814"/>
            <a:chOff x="854261" y="2908813"/>
            <a:chExt cx="377474" cy="335748"/>
          </a:xfrm>
        </p:grpSpPr>
        <p:sp>
          <p:nvSpPr>
            <p:cNvPr id="539" name="Google Shape;539;p25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675" lIns="121675" spcFirstLastPara="1" rIns="121675" wrap="square" tIns="121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675" lIns="121675" spcFirstLastPara="1" rIns="121675" wrap="square" tIns="121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5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675" lIns="121675" spcFirstLastPara="1" rIns="121675" wrap="square" tIns="121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5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675" lIns="121675" spcFirstLastPara="1" rIns="121675" wrap="square" tIns="121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5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675" lIns="121675" spcFirstLastPara="1" rIns="121675" wrap="square" tIns="121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4" name="Google Shape;544;p25"/>
          <p:cNvSpPr/>
          <p:nvPr/>
        </p:nvSpPr>
        <p:spPr>
          <a:xfrm>
            <a:off x="6383578" y="1038973"/>
            <a:ext cx="447248" cy="446834"/>
          </a:xfrm>
          <a:custGeom>
            <a:rect b="b" l="l" r="r" t="t"/>
            <a:pathLst>
              <a:path extrusionOk="0" h="11573" w="11574">
                <a:moveTo>
                  <a:pt x="10680" y="333"/>
                </a:moveTo>
                <a:cubicBezTo>
                  <a:pt x="10990" y="333"/>
                  <a:pt x="11228" y="583"/>
                  <a:pt x="11228" y="881"/>
                </a:cubicBezTo>
                <a:lnTo>
                  <a:pt x="11228" y="5620"/>
                </a:lnTo>
                <a:lnTo>
                  <a:pt x="11037" y="5620"/>
                </a:lnTo>
                <a:cubicBezTo>
                  <a:pt x="10954" y="5620"/>
                  <a:pt x="10871" y="5691"/>
                  <a:pt x="10871" y="5787"/>
                </a:cubicBezTo>
                <a:cubicBezTo>
                  <a:pt x="10871" y="5870"/>
                  <a:pt x="10954" y="5953"/>
                  <a:pt x="11037" y="5953"/>
                </a:cubicBezTo>
                <a:lnTo>
                  <a:pt x="11228" y="5953"/>
                </a:lnTo>
                <a:lnTo>
                  <a:pt x="11228" y="10680"/>
                </a:lnTo>
                <a:cubicBezTo>
                  <a:pt x="11228" y="10990"/>
                  <a:pt x="10978" y="11228"/>
                  <a:pt x="10680" y="11228"/>
                </a:cubicBezTo>
                <a:lnTo>
                  <a:pt x="5953" y="11228"/>
                </a:lnTo>
                <a:lnTo>
                  <a:pt x="5953" y="9406"/>
                </a:lnTo>
                <a:cubicBezTo>
                  <a:pt x="5953" y="9108"/>
                  <a:pt x="5715" y="8870"/>
                  <a:pt x="5418" y="8870"/>
                </a:cubicBezTo>
                <a:lnTo>
                  <a:pt x="5060" y="8870"/>
                </a:lnTo>
                <a:cubicBezTo>
                  <a:pt x="4834" y="8870"/>
                  <a:pt x="4644" y="8954"/>
                  <a:pt x="4525" y="9108"/>
                </a:cubicBezTo>
                <a:cubicBezTo>
                  <a:pt x="4358" y="9299"/>
                  <a:pt x="4132" y="9406"/>
                  <a:pt x="3882" y="9406"/>
                </a:cubicBezTo>
                <a:cubicBezTo>
                  <a:pt x="3632" y="9406"/>
                  <a:pt x="3382" y="9287"/>
                  <a:pt x="3239" y="9085"/>
                </a:cubicBezTo>
                <a:cubicBezTo>
                  <a:pt x="3072" y="8894"/>
                  <a:pt x="3013" y="8644"/>
                  <a:pt x="3072" y="8394"/>
                </a:cubicBezTo>
                <a:cubicBezTo>
                  <a:pt x="3132" y="8073"/>
                  <a:pt x="3405" y="7822"/>
                  <a:pt x="3727" y="7751"/>
                </a:cubicBezTo>
                <a:cubicBezTo>
                  <a:pt x="3781" y="7740"/>
                  <a:pt x="3835" y="7735"/>
                  <a:pt x="3889" y="7735"/>
                </a:cubicBezTo>
                <a:cubicBezTo>
                  <a:pt x="4129" y="7735"/>
                  <a:pt x="4357" y="7842"/>
                  <a:pt x="4513" y="8037"/>
                </a:cubicBezTo>
                <a:cubicBezTo>
                  <a:pt x="4656" y="8192"/>
                  <a:pt x="4846" y="8287"/>
                  <a:pt x="5049" y="8287"/>
                </a:cubicBezTo>
                <a:lnTo>
                  <a:pt x="5430" y="8287"/>
                </a:lnTo>
                <a:cubicBezTo>
                  <a:pt x="5727" y="8287"/>
                  <a:pt x="5965" y="8049"/>
                  <a:pt x="5965" y="7751"/>
                </a:cubicBezTo>
                <a:lnTo>
                  <a:pt x="5965" y="5917"/>
                </a:lnTo>
                <a:lnTo>
                  <a:pt x="7799" y="5917"/>
                </a:lnTo>
                <a:cubicBezTo>
                  <a:pt x="7894" y="5917"/>
                  <a:pt x="7989" y="6001"/>
                  <a:pt x="7989" y="6108"/>
                </a:cubicBezTo>
                <a:lnTo>
                  <a:pt x="7989" y="6477"/>
                </a:lnTo>
                <a:cubicBezTo>
                  <a:pt x="7989" y="6584"/>
                  <a:pt x="7942" y="6691"/>
                  <a:pt x="7858" y="6763"/>
                </a:cubicBezTo>
                <a:cubicBezTo>
                  <a:pt x="7525" y="7037"/>
                  <a:pt x="7382" y="7453"/>
                  <a:pt x="7454" y="7882"/>
                </a:cubicBezTo>
                <a:cubicBezTo>
                  <a:pt x="7537" y="8346"/>
                  <a:pt x="7894" y="8704"/>
                  <a:pt x="8347" y="8799"/>
                </a:cubicBezTo>
                <a:cubicBezTo>
                  <a:pt x="8430" y="8823"/>
                  <a:pt x="8513" y="8835"/>
                  <a:pt x="8597" y="8835"/>
                </a:cubicBezTo>
                <a:cubicBezTo>
                  <a:pt x="8870" y="8835"/>
                  <a:pt x="9120" y="8739"/>
                  <a:pt x="9347" y="8561"/>
                </a:cubicBezTo>
                <a:cubicBezTo>
                  <a:pt x="9609" y="8346"/>
                  <a:pt x="9775" y="8013"/>
                  <a:pt x="9775" y="7656"/>
                </a:cubicBezTo>
                <a:cubicBezTo>
                  <a:pt x="9775" y="7311"/>
                  <a:pt x="9621" y="6977"/>
                  <a:pt x="9347" y="6751"/>
                </a:cubicBezTo>
                <a:cubicBezTo>
                  <a:pt x="9263" y="6691"/>
                  <a:pt x="9228" y="6584"/>
                  <a:pt x="9228" y="6465"/>
                </a:cubicBezTo>
                <a:lnTo>
                  <a:pt x="9228" y="6108"/>
                </a:lnTo>
                <a:cubicBezTo>
                  <a:pt x="9228" y="6001"/>
                  <a:pt x="9311" y="5917"/>
                  <a:pt x="9418" y="5917"/>
                </a:cubicBezTo>
                <a:lnTo>
                  <a:pt x="10323" y="5917"/>
                </a:lnTo>
                <a:cubicBezTo>
                  <a:pt x="10418" y="5917"/>
                  <a:pt x="10490" y="5846"/>
                  <a:pt x="10490" y="5751"/>
                </a:cubicBezTo>
                <a:cubicBezTo>
                  <a:pt x="10490" y="5667"/>
                  <a:pt x="10418" y="5584"/>
                  <a:pt x="10323" y="5584"/>
                </a:cubicBezTo>
                <a:lnTo>
                  <a:pt x="9418" y="5584"/>
                </a:lnTo>
                <a:cubicBezTo>
                  <a:pt x="9120" y="5584"/>
                  <a:pt x="8882" y="5822"/>
                  <a:pt x="8882" y="6120"/>
                </a:cubicBezTo>
                <a:lnTo>
                  <a:pt x="8882" y="6477"/>
                </a:lnTo>
                <a:cubicBezTo>
                  <a:pt x="8882" y="6703"/>
                  <a:pt x="8966" y="6894"/>
                  <a:pt x="9120" y="7013"/>
                </a:cubicBezTo>
                <a:cubicBezTo>
                  <a:pt x="9311" y="7180"/>
                  <a:pt x="9418" y="7406"/>
                  <a:pt x="9418" y="7656"/>
                </a:cubicBezTo>
                <a:cubicBezTo>
                  <a:pt x="9418" y="7906"/>
                  <a:pt x="9299" y="8144"/>
                  <a:pt x="9109" y="8299"/>
                </a:cubicBezTo>
                <a:cubicBezTo>
                  <a:pt x="8957" y="8423"/>
                  <a:pt x="8780" y="8488"/>
                  <a:pt x="8595" y="8488"/>
                </a:cubicBezTo>
                <a:cubicBezTo>
                  <a:pt x="8533" y="8488"/>
                  <a:pt x="8469" y="8480"/>
                  <a:pt x="8406" y="8465"/>
                </a:cubicBezTo>
                <a:cubicBezTo>
                  <a:pt x="8097" y="8406"/>
                  <a:pt x="7835" y="8132"/>
                  <a:pt x="7763" y="7811"/>
                </a:cubicBezTo>
                <a:cubicBezTo>
                  <a:pt x="7704" y="7513"/>
                  <a:pt x="7811" y="7215"/>
                  <a:pt x="8049" y="7013"/>
                </a:cubicBezTo>
                <a:cubicBezTo>
                  <a:pt x="8216" y="6882"/>
                  <a:pt x="8299" y="6691"/>
                  <a:pt x="8299" y="6477"/>
                </a:cubicBezTo>
                <a:lnTo>
                  <a:pt x="8299" y="6108"/>
                </a:lnTo>
                <a:cubicBezTo>
                  <a:pt x="8299" y="5810"/>
                  <a:pt x="8061" y="5572"/>
                  <a:pt x="7763" y="5572"/>
                </a:cubicBezTo>
                <a:lnTo>
                  <a:pt x="5953" y="5572"/>
                </a:lnTo>
                <a:lnTo>
                  <a:pt x="5953" y="3739"/>
                </a:lnTo>
                <a:cubicBezTo>
                  <a:pt x="5953" y="3643"/>
                  <a:pt x="6037" y="3548"/>
                  <a:pt x="6144" y="3548"/>
                </a:cubicBezTo>
                <a:lnTo>
                  <a:pt x="6513" y="3548"/>
                </a:lnTo>
                <a:cubicBezTo>
                  <a:pt x="6620" y="3548"/>
                  <a:pt x="6727" y="3596"/>
                  <a:pt x="6799" y="3679"/>
                </a:cubicBezTo>
                <a:cubicBezTo>
                  <a:pt x="7017" y="3956"/>
                  <a:pt x="7342" y="4102"/>
                  <a:pt x="7698" y="4102"/>
                </a:cubicBezTo>
                <a:cubicBezTo>
                  <a:pt x="7770" y="4102"/>
                  <a:pt x="7844" y="4096"/>
                  <a:pt x="7918" y="4084"/>
                </a:cubicBezTo>
                <a:cubicBezTo>
                  <a:pt x="8370" y="4001"/>
                  <a:pt x="8728" y="3643"/>
                  <a:pt x="8835" y="3191"/>
                </a:cubicBezTo>
                <a:cubicBezTo>
                  <a:pt x="8906" y="2834"/>
                  <a:pt x="8823" y="2477"/>
                  <a:pt x="8597" y="2215"/>
                </a:cubicBezTo>
                <a:cubicBezTo>
                  <a:pt x="8370" y="1941"/>
                  <a:pt x="8049" y="1774"/>
                  <a:pt x="7692" y="1774"/>
                </a:cubicBezTo>
                <a:cubicBezTo>
                  <a:pt x="7346" y="1774"/>
                  <a:pt x="7001" y="1929"/>
                  <a:pt x="6775" y="2215"/>
                </a:cubicBezTo>
                <a:cubicBezTo>
                  <a:pt x="6715" y="2286"/>
                  <a:pt x="6620" y="2334"/>
                  <a:pt x="6501" y="2334"/>
                </a:cubicBezTo>
                <a:lnTo>
                  <a:pt x="6144" y="2334"/>
                </a:lnTo>
                <a:cubicBezTo>
                  <a:pt x="6037" y="2334"/>
                  <a:pt x="5941" y="2238"/>
                  <a:pt x="5941" y="2131"/>
                </a:cubicBezTo>
                <a:lnTo>
                  <a:pt x="5941" y="1226"/>
                </a:lnTo>
                <a:cubicBezTo>
                  <a:pt x="5941" y="1143"/>
                  <a:pt x="5870" y="1060"/>
                  <a:pt x="5787" y="1060"/>
                </a:cubicBezTo>
                <a:cubicBezTo>
                  <a:pt x="5691" y="1060"/>
                  <a:pt x="5620" y="1143"/>
                  <a:pt x="5620" y="1226"/>
                </a:cubicBezTo>
                <a:lnTo>
                  <a:pt x="5620" y="2131"/>
                </a:lnTo>
                <a:cubicBezTo>
                  <a:pt x="5620" y="2429"/>
                  <a:pt x="5858" y="2667"/>
                  <a:pt x="6156" y="2667"/>
                </a:cubicBezTo>
                <a:lnTo>
                  <a:pt x="6513" y="2667"/>
                </a:lnTo>
                <a:cubicBezTo>
                  <a:pt x="6739" y="2667"/>
                  <a:pt x="6930" y="2584"/>
                  <a:pt x="7049" y="2429"/>
                </a:cubicBezTo>
                <a:cubicBezTo>
                  <a:pt x="7215" y="2238"/>
                  <a:pt x="7430" y="2131"/>
                  <a:pt x="7692" y="2131"/>
                </a:cubicBezTo>
                <a:cubicBezTo>
                  <a:pt x="7942" y="2131"/>
                  <a:pt x="8180" y="2250"/>
                  <a:pt x="8323" y="2453"/>
                </a:cubicBezTo>
                <a:cubicBezTo>
                  <a:pt x="8489" y="2643"/>
                  <a:pt x="8549" y="2893"/>
                  <a:pt x="8489" y="3143"/>
                </a:cubicBezTo>
                <a:cubicBezTo>
                  <a:pt x="8430" y="3465"/>
                  <a:pt x="8168" y="3715"/>
                  <a:pt x="7835" y="3786"/>
                </a:cubicBezTo>
                <a:cubicBezTo>
                  <a:pt x="7780" y="3797"/>
                  <a:pt x="7726" y="3802"/>
                  <a:pt x="7673" y="3802"/>
                </a:cubicBezTo>
                <a:cubicBezTo>
                  <a:pt x="7432" y="3802"/>
                  <a:pt x="7205" y="3695"/>
                  <a:pt x="7049" y="3501"/>
                </a:cubicBezTo>
                <a:cubicBezTo>
                  <a:pt x="6918" y="3346"/>
                  <a:pt x="6727" y="3250"/>
                  <a:pt x="6513" y="3250"/>
                </a:cubicBezTo>
                <a:lnTo>
                  <a:pt x="6144" y="3250"/>
                </a:lnTo>
                <a:cubicBezTo>
                  <a:pt x="5846" y="3250"/>
                  <a:pt x="5608" y="3489"/>
                  <a:pt x="5608" y="3786"/>
                </a:cubicBezTo>
                <a:lnTo>
                  <a:pt x="5608" y="5620"/>
                </a:lnTo>
                <a:lnTo>
                  <a:pt x="3775" y="5620"/>
                </a:lnTo>
                <a:cubicBezTo>
                  <a:pt x="3667" y="5620"/>
                  <a:pt x="3584" y="5525"/>
                  <a:pt x="3584" y="5429"/>
                </a:cubicBezTo>
                <a:lnTo>
                  <a:pt x="3584" y="5048"/>
                </a:lnTo>
                <a:cubicBezTo>
                  <a:pt x="3584" y="4953"/>
                  <a:pt x="3620" y="4846"/>
                  <a:pt x="3715" y="4774"/>
                </a:cubicBezTo>
                <a:cubicBezTo>
                  <a:pt x="4036" y="4501"/>
                  <a:pt x="4191" y="4084"/>
                  <a:pt x="4120" y="3655"/>
                </a:cubicBezTo>
                <a:cubicBezTo>
                  <a:pt x="4025" y="3191"/>
                  <a:pt x="3667" y="2834"/>
                  <a:pt x="3227" y="2727"/>
                </a:cubicBezTo>
                <a:cubicBezTo>
                  <a:pt x="3148" y="2711"/>
                  <a:pt x="3069" y="2703"/>
                  <a:pt x="2991" y="2703"/>
                </a:cubicBezTo>
                <a:cubicBezTo>
                  <a:pt x="2716" y="2703"/>
                  <a:pt x="2452" y="2798"/>
                  <a:pt x="2239" y="2965"/>
                </a:cubicBezTo>
                <a:cubicBezTo>
                  <a:pt x="1977" y="3191"/>
                  <a:pt x="1810" y="3524"/>
                  <a:pt x="1810" y="3882"/>
                </a:cubicBezTo>
                <a:cubicBezTo>
                  <a:pt x="1810" y="4215"/>
                  <a:pt x="1953" y="4560"/>
                  <a:pt x="2239" y="4786"/>
                </a:cubicBezTo>
                <a:cubicBezTo>
                  <a:pt x="2310" y="4846"/>
                  <a:pt x="2358" y="4953"/>
                  <a:pt x="2358" y="5072"/>
                </a:cubicBezTo>
                <a:lnTo>
                  <a:pt x="2358" y="5429"/>
                </a:lnTo>
                <a:cubicBezTo>
                  <a:pt x="2358" y="5525"/>
                  <a:pt x="2274" y="5620"/>
                  <a:pt x="2167" y="5620"/>
                </a:cubicBezTo>
                <a:lnTo>
                  <a:pt x="334" y="5620"/>
                </a:lnTo>
                <a:lnTo>
                  <a:pt x="334" y="881"/>
                </a:lnTo>
                <a:cubicBezTo>
                  <a:pt x="334" y="572"/>
                  <a:pt x="584" y="333"/>
                  <a:pt x="881" y="333"/>
                </a:cubicBezTo>
                <a:lnTo>
                  <a:pt x="5620" y="333"/>
                </a:lnTo>
                <a:lnTo>
                  <a:pt x="5620" y="524"/>
                </a:lnTo>
                <a:cubicBezTo>
                  <a:pt x="5620" y="619"/>
                  <a:pt x="5691" y="691"/>
                  <a:pt x="5787" y="691"/>
                </a:cubicBezTo>
                <a:cubicBezTo>
                  <a:pt x="5870" y="691"/>
                  <a:pt x="5941" y="619"/>
                  <a:pt x="5941" y="524"/>
                </a:cubicBezTo>
                <a:lnTo>
                  <a:pt x="5941" y="333"/>
                </a:lnTo>
                <a:close/>
                <a:moveTo>
                  <a:pt x="2976" y="3061"/>
                </a:moveTo>
                <a:cubicBezTo>
                  <a:pt x="3040" y="3061"/>
                  <a:pt x="3104" y="3069"/>
                  <a:pt x="3167" y="3084"/>
                </a:cubicBezTo>
                <a:cubicBezTo>
                  <a:pt x="3477" y="3143"/>
                  <a:pt x="3727" y="3417"/>
                  <a:pt x="3810" y="3739"/>
                </a:cubicBezTo>
                <a:cubicBezTo>
                  <a:pt x="3870" y="4036"/>
                  <a:pt x="3763" y="4334"/>
                  <a:pt x="3525" y="4536"/>
                </a:cubicBezTo>
                <a:cubicBezTo>
                  <a:pt x="3358" y="4667"/>
                  <a:pt x="3274" y="4858"/>
                  <a:pt x="3274" y="5072"/>
                </a:cubicBezTo>
                <a:lnTo>
                  <a:pt x="3274" y="5441"/>
                </a:lnTo>
                <a:cubicBezTo>
                  <a:pt x="3274" y="5739"/>
                  <a:pt x="3513" y="5977"/>
                  <a:pt x="3810" y="5977"/>
                </a:cubicBezTo>
                <a:lnTo>
                  <a:pt x="5632" y="5977"/>
                </a:lnTo>
                <a:lnTo>
                  <a:pt x="5632" y="7811"/>
                </a:lnTo>
                <a:cubicBezTo>
                  <a:pt x="5632" y="7918"/>
                  <a:pt x="5549" y="8001"/>
                  <a:pt x="5441" y="8001"/>
                </a:cubicBezTo>
                <a:lnTo>
                  <a:pt x="5072" y="8001"/>
                </a:lnTo>
                <a:cubicBezTo>
                  <a:pt x="4965" y="8001"/>
                  <a:pt x="4858" y="7953"/>
                  <a:pt x="4787" y="7870"/>
                </a:cubicBezTo>
                <a:cubicBezTo>
                  <a:pt x="4569" y="7593"/>
                  <a:pt x="4244" y="7447"/>
                  <a:pt x="3887" y="7447"/>
                </a:cubicBezTo>
                <a:cubicBezTo>
                  <a:pt x="3815" y="7447"/>
                  <a:pt x="3741" y="7453"/>
                  <a:pt x="3667" y="7465"/>
                </a:cubicBezTo>
                <a:cubicBezTo>
                  <a:pt x="3215" y="7561"/>
                  <a:pt x="2858" y="7918"/>
                  <a:pt x="2751" y="8358"/>
                </a:cubicBezTo>
                <a:cubicBezTo>
                  <a:pt x="2679" y="8715"/>
                  <a:pt x="2763" y="9073"/>
                  <a:pt x="2989" y="9346"/>
                </a:cubicBezTo>
                <a:cubicBezTo>
                  <a:pt x="3215" y="9608"/>
                  <a:pt x="3536" y="9775"/>
                  <a:pt x="3894" y="9775"/>
                </a:cubicBezTo>
                <a:cubicBezTo>
                  <a:pt x="4239" y="9775"/>
                  <a:pt x="4584" y="9620"/>
                  <a:pt x="4798" y="9346"/>
                </a:cubicBezTo>
                <a:cubicBezTo>
                  <a:pt x="4858" y="9263"/>
                  <a:pt x="4965" y="9227"/>
                  <a:pt x="5084" y="9227"/>
                </a:cubicBezTo>
                <a:lnTo>
                  <a:pt x="5441" y="9227"/>
                </a:lnTo>
                <a:cubicBezTo>
                  <a:pt x="5549" y="9227"/>
                  <a:pt x="5632" y="9311"/>
                  <a:pt x="5632" y="9418"/>
                </a:cubicBezTo>
                <a:lnTo>
                  <a:pt x="5632" y="11251"/>
                </a:lnTo>
                <a:lnTo>
                  <a:pt x="869" y="11251"/>
                </a:lnTo>
                <a:cubicBezTo>
                  <a:pt x="560" y="11251"/>
                  <a:pt x="322" y="10990"/>
                  <a:pt x="322" y="10692"/>
                </a:cubicBezTo>
                <a:lnTo>
                  <a:pt x="322" y="5965"/>
                </a:lnTo>
                <a:lnTo>
                  <a:pt x="2155" y="5965"/>
                </a:lnTo>
                <a:cubicBezTo>
                  <a:pt x="2453" y="5965"/>
                  <a:pt x="2691" y="5727"/>
                  <a:pt x="2691" y="5429"/>
                </a:cubicBezTo>
                <a:lnTo>
                  <a:pt x="2691" y="5072"/>
                </a:lnTo>
                <a:cubicBezTo>
                  <a:pt x="2691" y="4846"/>
                  <a:pt x="2596" y="4655"/>
                  <a:pt x="2453" y="4536"/>
                </a:cubicBezTo>
                <a:cubicBezTo>
                  <a:pt x="2262" y="4370"/>
                  <a:pt x="2155" y="4143"/>
                  <a:pt x="2155" y="3893"/>
                </a:cubicBezTo>
                <a:cubicBezTo>
                  <a:pt x="2155" y="3643"/>
                  <a:pt x="2274" y="3405"/>
                  <a:pt x="2465" y="3250"/>
                </a:cubicBezTo>
                <a:cubicBezTo>
                  <a:pt x="2607" y="3126"/>
                  <a:pt x="2789" y="3061"/>
                  <a:pt x="2976" y="3061"/>
                </a:cubicBezTo>
                <a:close/>
                <a:moveTo>
                  <a:pt x="893" y="0"/>
                </a:moveTo>
                <a:cubicBezTo>
                  <a:pt x="393" y="0"/>
                  <a:pt x="0" y="393"/>
                  <a:pt x="0" y="893"/>
                </a:cubicBezTo>
                <a:lnTo>
                  <a:pt x="0" y="10680"/>
                </a:lnTo>
                <a:cubicBezTo>
                  <a:pt x="0" y="11168"/>
                  <a:pt x="393" y="11573"/>
                  <a:pt x="893" y="11573"/>
                </a:cubicBezTo>
                <a:lnTo>
                  <a:pt x="10680" y="11573"/>
                </a:lnTo>
                <a:cubicBezTo>
                  <a:pt x="11168" y="11573"/>
                  <a:pt x="11573" y="11168"/>
                  <a:pt x="11573" y="10680"/>
                </a:cubicBezTo>
                <a:lnTo>
                  <a:pt x="11573" y="893"/>
                </a:lnTo>
                <a:cubicBezTo>
                  <a:pt x="11573" y="393"/>
                  <a:pt x="11168" y="0"/>
                  <a:pt x="1068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25"/>
          <p:cNvGrpSpPr/>
          <p:nvPr/>
        </p:nvGrpSpPr>
        <p:grpSpPr>
          <a:xfrm>
            <a:off x="4743921" y="3008425"/>
            <a:ext cx="442187" cy="468759"/>
            <a:chOff x="2704005" y="4258781"/>
            <a:chExt cx="342144" cy="362704"/>
          </a:xfrm>
        </p:grpSpPr>
        <p:sp>
          <p:nvSpPr>
            <p:cNvPr id="546" name="Google Shape;546;p25"/>
            <p:cNvSpPr/>
            <p:nvPr/>
          </p:nvSpPr>
          <p:spPr>
            <a:xfrm>
              <a:off x="2704005" y="4258781"/>
              <a:ext cx="173543" cy="183554"/>
            </a:xfrm>
            <a:custGeom>
              <a:rect b="b" l="l" r="r" t="t"/>
              <a:pathLst>
                <a:path extrusionOk="0" h="5794" w="5478">
                  <a:moveTo>
                    <a:pt x="2646" y="0"/>
                  </a:moveTo>
                  <a:cubicBezTo>
                    <a:pt x="2134" y="0"/>
                    <a:pt x="1626" y="154"/>
                    <a:pt x="1191" y="447"/>
                  </a:cubicBezTo>
                  <a:cubicBezTo>
                    <a:pt x="798" y="709"/>
                    <a:pt x="489" y="1066"/>
                    <a:pt x="298" y="1483"/>
                  </a:cubicBezTo>
                  <a:cubicBezTo>
                    <a:pt x="108" y="1876"/>
                    <a:pt x="1" y="2328"/>
                    <a:pt x="24" y="2769"/>
                  </a:cubicBezTo>
                  <a:cubicBezTo>
                    <a:pt x="24" y="2864"/>
                    <a:pt x="120" y="2936"/>
                    <a:pt x="203" y="2936"/>
                  </a:cubicBezTo>
                  <a:cubicBezTo>
                    <a:pt x="298" y="2936"/>
                    <a:pt x="370" y="2852"/>
                    <a:pt x="370" y="2757"/>
                  </a:cubicBezTo>
                  <a:cubicBezTo>
                    <a:pt x="346" y="1935"/>
                    <a:pt x="715" y="1197"/>
                    <a:pt x="1394" y="733"/>
                  </a:cubicBezTo>
                  <a:cubicBezTo>
                    <a:pt x="1786" y="473"/>
                    <a:pt x="2229" y="348"/>
                    <a:pt x="2668" y="348"/>
                  </a:cubicBezTo>
                  <a:cubicBezTo>
                    <a:pt x="3413" y="348"/>
                    <a:pt x="4146" y="709"/>
                    <a:pt x="4596" y="1376"/>
                  </a:cubicBezTo>
                  <a:cubicBezTo>
                    <a:pt x="5168" y="2209"/>
                    <a:pt x="5120" y="3293"/>
                    <a:pt x="4489" y="4079"/>
                  </a:cubicBezTo>
                  <a:cubicBezTo>
                    <a:pt x="4465" y="4114"/>
                    <a:pt x="4453" y="4162"/>
                    <a:pt x="4465" y="4198"/>
                  </a:cubicBezTo>
                  <a:lnTo>
                    <a:pt x="4525" y="5376"/>
                  </a:lnTo>
                  <a:lnTo>
                    <a:pt x="3453" y="4876"/>
                  </a:lnTo>
                  <a:cubicBezTo>
                    <a:pt x="3418" y="4852"/>
                    <a:pt x="3382" y="4852"/>
                    <a:pt x="3334" y="4852"/>
                  </a:cubicBezTo>
                  <a:cubicBezTo>
                    <a:pt x="3123" y="4915"/>
                    <a:pt x="2908" y="4945"/>
                    <a:pt x="2695" y="4945"/>
                  </a:cubicBezTo>
                  <a:cubicBezTo>
                    <a:pt x="1939" y="4945"/>
                    <a:pt x="1214" y="4565"/>
                    <a:pt x="786" y="3924"/>
                  </a:cubicBezTo>
                  <a:cubicBezTo>
                    <a:pt x="667" y="3745"/>
                    <a:pt x="584" y="3567"/>
                    <a:pt x="524" y="3352"/>
                  </a:cubicBezTo>
                  <a:cubicBezTo>
                    <a:pt x="495" y="3283"/>
                    <a:pt x="433" y="3239"/>
                    <a:pt x="359" y="3239"/>
                  </a:cubicBezTo>
                  <a:cubicBezTo>
                    <a:pt x="343" y="3239"/>
                    <a:pt x="327" y="3241"/>
                    <a:pt x="310" y="3245"/>
                  </a:cubicBezTo>
                  <a:cubicBezTo>
                    <a:pt x="227" y="3281"/>
                    <a:pt x="179" y="3364"/>
                    <a:pt x="203" y="3459"/>
                  </a:cubicBezTo>
                  <a:cubicBezTo>
                    <a:pt x="286" y="3686"/>
                    <a:pt x="382" y="3900"/>
                    <a:pt x="524" y="4090"/>
                  </a:cubicBezTo>
                  <a:cubicBezTo>
                    <a:pt x="1018" y="4840"/>
                    <a:pt x="1844" y="5272"/>
                    <a:pt x="2713" y="5272"/>
                  </a:cubicBezTo>
                  <a:cubicBezTo>
                    <a:pt x="2935" y="5272"/>
                    <a:pt x="3159" y="5244"/>
                    <a:pt x="3382" y="5186"/>
                  </a:cubicBezTo>
                  <a:lnTo>
                    <a:pt x="4644" y="5781"/>
                  </a:lnTo>
                  <a:cubicBezTo>
                    <a:pt x="4668" y="5793"/>
                    <a:pt x="4692" y="5793"/>
                    <a:pt x="4715" y="5793"/>
                  </a:cubicBezTo>
                  <a:cubicBezTo>
                    <a:pt x="4751" y="5793"/>
                    <a:pt x="4775" y="5781"/>
                    <a:pt x="4811" y="5757"/>
                  </a:cubicBezTo>
                  <a:cubicBezTo>
                    <a:pt x="4846" y="5734"/>
                    <a:pt x="4882" y="5674"/>
                    <a:pt x="4882" y="5614"/>
                  </a:cubicBezTo>
                  <a:lnTo>
                    <a:pt x="4823" y="4210"/>
                  </a:lnTo>
                  <a:cubicBezTo>
                    <a:pt x="5442" y="3328"/>
                    <a:pt x="5477" y="2102"/>
                    <a:pt x="4846" y="1162"/>
                  </a:cubicBezTo>
                  <a:cubicBezTo>
                    <a:pt x="4465" y="590"/>
                    <a:pt x="3870" y="185"/>
                    <a:pt x="3168" y="54"/>
                  </a:cubicBezTo>
                  <a:cubicBezTo>
                    <a:pt x="2995" y="18"/>
                    <a:pt x="2820" y="0"/>
                    <a:pt x="26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150" lIns="118150" spcFirstLastPara="1" rIns="118150" wrap="square" tIns="118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5"/>
            <p:cNvSpPr/>
            <p:nvPr/>
          </p:nvSpPr>
          <p:spPr>
            <a:xfrm>
              <a:off x="2733816" y="4278961"/>
              <a:ext cx="112052" cy="122633"/>
            </a:xfrm>
            <a:custGeom>
              <a:rect b="b" l="l" r="r" t="t"/>
              <a:pathLst>
                <a:path extrusionOk="0" h="3871" w="3537">
                  <a:moveTo>
                    <a:pt x="2285" y="0"/>
                  </a:moveTo>
                  <a:cubicBezTo>
                    <a:pt x="2256" y="0"/>
                    <a:pt x="2227" y="8"/>
                    <a:pt x="2203" y="24"/>
                  </a:cubicBezTo>
                  <a:cubicBezTo>
                    <a:pt x="2119" y="60"/>
                    <a:pt x="2096" y="167"/>
                    <a:pt x="2143" y="239"/>
                  </a:cubicBezTo>
                  <a:lnTo>
                    <a:pt x="2227" y="394"/>
                  </a:lnTo>
                  <a:cubicBezTo>
                    <a:pt x="2084" y="346"/>
                    <a:pt x="1917" y="334"/>
                    <a:pt x="1762" y="334"/>
                  </a:cubicBezTo>
                  <a:cubicBezTo>
                    <a:pt x="786" y="334"/>
                    <a:pt x="0" y="1120"/>
                    <a:pt x="0" y="2108"/>
                  </a:cubicBezTo>
                  <a:cubicBezTo>
                    <a:pt x="0" y="3084"/>
                    <a:pt x="786" y="3870"/>
                    <a:pt x="1762" y="3870"/>
                  </a:cubicBezTo>
                  <a:cubicBezTo>
                    <a:pt x="2750" y="3870"/>
                    <a:pt x="3536" y="3084"/>
                    <a:pt x="3536" y="2108"/>
                  </a:cubicBezTo>
                  <a:cubicBezTo>
                    <a:pt x="3477" y="1941"/>
                    <a:pt x="3465" y="1810"/>
                    <a:pt x="3429" y="1679"/>
                  </a:cubicBezTo>
                  <a:cubicBezTo>
                    <a:pt x="3420" y="1603"/>
                    <a:pt x="3349" y="1550"/>
                    <a:pt x="3279" y="1550"/>
                  </a:cubicBezTo>
                  <a:cubicBezTo>
                    <a:pt x="3261" y="1550"/>
                    <a:pt x="3243" y="1553"/>
                    <a:pt x="3227" y="1560"/>
                  </a:cubicBezTo>
                  <a:cubicBezTo>
                    <a:pt x="3131" y="1572"/>
                    <a:pt x="3072" y="1656"/>
                    <a:pt x="3108" y="1763"/>
                  </a:cubicBezTo>
                  <a:cubicBezTo>
                    <a:pt x="3131" y="1870"/>
                    <a:pt x="3155" y="1989"/>
                    <a:pt x="3155" y="2096"/>
                  </a:cubicBezTo>
                  <a:cubicBezTo>
                    <a:pt x="3155" y="2882"/>
                    <a:pt x="2512" y="3525"/>
                    <a:pt x="1715" y="3525"/>
                  </a:cubicBezTo>
                  <a:cubicBezTo>
                    <a:pt x="929" y="3525"/>
                    <a:pt x="286" y="2882"/>
                    <a:pt x="286" y="2096"/>
                  </a:cubicBezTo>
                  <a:cubicBezTo>
                    <a:pt x="286" y="1298"/>
                    <a:pt x="929" y="667"/>
                    <a:pt x="1715" y="667"/>
                  </a:cubicBezTo>
                  <a:cubicBezTo>
                    <a:pt x="1834" y="667"/>
                    <a:pt x="1941" y="679"/>
                    <a:pt x="2060" y="703"/>
                  </a:cubicBezTo>
                  <a:lnTo>
                    <a:pt x="1881" y="751"/>
                  </a:lnTo>
                  <a:cubicBezTo>
                    <a:pt x="1798" y="763"/>
                    <a:pt x="1738" y="858"/>
                    <a:pt x="1762" y="965"/>
                  </a:cubicBezTo>
                  <a:cubicBezTo>
                    <a:pt x="1772" y="1031"/>
                    <a:pt x="1834" y="1083"/>
                    <a:pt x="1913" y="1083"/>
                  </a:cubicBezTo>
                  <a:cubicBezTo>
                    <a:pt x="1934" y="1083"/>
                    <a:pt x="1955" y="1079"/>
                    <a:pt x="1977" y="1072"/>
                  </a:cubicBezTo>
                  <a:lnTo>
                    <a:pt x="2655" y="929"/>
                  </a:lnTo>
                  <a:cubicBezTo>
                    <a:pt x="2762" y="894"/>
                    <a:pt x="2822" y="775"/>
                    <a:pt x="2762" y="679"/>
                  </a:cubicBezTo>
                  <a:lnTo>
                    <a:pt x="2417" y="84"/>
                  </a:lnTo>
                  <a:cubicBezTo>
                    <a:pt x="2394" y="29"/>
                    <a:pt x="2339" y="0"/>
                    <a:pt x="2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150" lIns="118150" spcFirstLastPara="1" rIns="118150" wrap="square" tIns="118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5"/>
            <p:cNvSpPr/>
            <p:nvPr/>
          </p:nvSpPr>
          <p:spPr>
            <a:xfrm>
              <a:off x="2759445" y="4322711"/>
              <a:ext cx="33993" cy="44542"/>
            </a:xfrm>
            <a:custGeom>
              <a:rect b="b" l="l" r="r" t="t"/>
              <a:pathLst>
                <a:path extrusionOk="0" h="1406" w="1073">
                  <a:moveTo>
                    <a:pt x="513" y="1"/>
                  </a:moveTo>
                  <a:cubicBezTo>
                    <a:pt x="239" y="1"/>
                    <a:pt x="36" y="203"/>
                    <a:pt x="36" y="453"/>
                  </a:cubicBezTo>
                  <a:cubicBezTo>
                    <a:pt x="36" y="548"/>
                    <a:pt x="108" y="620"/>
                    <a:pt x="203" y="620"/>
                  </a:cubicBezTo>
                  <a:cubicBezTo>
                    <a:pt x="287" y="620"/>
                    <a:pt x="358" y="548"/>
                    <a:pt x="358" y="453"/>
                  </a:cubicBezTo>
                  <a:cubicBezTo>
                    <a:pt x="358" y="382"/>
                    <a:pt x="417" y="322"/>
                    <a:pt x="513" y="322"/>
                  </a:cubicBezTo>
                  <a:lnTo>
                    <a:pt x="560" y="322"/>
                  </a:lnTo>
                  <a:cubicBezTo>
                    <a:pt x="572" y="322"/>
                    <a:pt x="584" y="334"/>
                    <a:pt x="584" y="334"/>
                  </a:cubicBezTo>
                  <a:lnTo>
                    <a:pt x="584" y="358"/>
                  </a:lnTo>
                  <a:lnTo>
                    <a:pt x="48" y="1144"/>
                  </a:lnTo>
                  <a:cubicBezTo>
                    <a:pt x="13" y="1191"/>
                    <a:pt x="1" y="1263"/>
                    <a:pt x="36" y="1322"/>
                  </a:cubicBezTo>
                  <a:cubicBezTo>
                    <a:pt x="60" y="1382"/>
                    <a:pt x="120" y="1406"/>
                    <a:pt x="179" y="1406"/>
                  </a:cubicBezTo>
                  <a:lnTo>
                    <a:pt x="906" y="1406"/>
                  </a:lnTo>
                  <a:cubicBezTo>
                    <a:pt x="1001" y="1406"/>
                    <a:pt x="1072" y="1334"/>
                    <a:pt x="1072" y="1251"/>
                  </a:cubicBezTo>
                  <a:cubicBezTo>
                    <a:pt x="1072" y="1156"/>
                    <a:pt x="1037" y="1072"/>
                    <a:pt x="929" y="1072"/>
                  </a:cubicBezTo>
                  <a:lnTo>
                    <a:pt x="513" y="1072"/>
                  </a:lnTo>
                  <a:lnTo>
                    <a:pt x="870" y="548"/>
                  </a:lnTo>
                  <a:cubicBezTo>
                    <a:pt x="941" y="441"/>
                    <a:pt x="941" y="310"/>
                    <a:pt x="882" y="191"/>
                  </a:cubicBezTo>
                  <a:cubicBezTo>
                    <a:pt x="822" y="72"/>
                    <a:pt x="691" y="1"/>
                    <a:pt x="5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150" lIns="118150" spcFirstLastPara="1" rIns="118150" wrap="square" tIns="118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5"/>
            <p:cNvSpPr/>
            <p:nvPr/>
          </p:nvSpPr>
          <p:spPr>
            <a:xfrm>
              <a:off x="2791885" y="4321951"/>
              <a:ext cx="26073" cy="44922"/>
            </a:xfrm>
            <a:custGeom>
              <a:rect b="b" l="l" r="r" t="t"/>
              <a:pathLst>
                <a:path extrusionOk="0" h="1418" w="823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751"/>
                  </a:lnTo>
                  <a:cubicBezTo>
                    <a:pt x="1" y="834"/>
                    <a:pt x="84" y="918"/>
                    <a:pt x="167" y="918"/>
                  </a:cubicBezTo>
                  <a:lnTo>
                    <a:pt x="501" y="918"/>
                  </a:lnTo>
                  <a:lnTo>
                    <a:pt x="501" y="1251"/>
                  </a:lnTo>
                  <a:cubicBezTo>
                    <a:pt x="501" y="1346"/>
                    <a:pt x="572" y="1418"/>
                    <a:pt x="667" y="1418"/>
                  </a:cubicBezTo>
                  <a:cubicBezTo>
                    <a:pt x="751" y="1418"/>
                    <a:pt x="822" y="1346"/>
                    <a:pt x="822" y="1251"/>
                  </a:cubicBezTo>
                  <a:lnTo>
                    <a:pt x="822" y="751"/>
                  </a:lnTo>
                  <a:lnTo>
                    <a:pt x="822" y="168"/>
                  </a:lnTo>
                  <a:cubicBezTo>
                    <a:pt x="810" y="84"/>
                    <a:pt x="739" y="1"/>
                    <a:pt x="644" y="1"/>
                  </a:cubicBezTo>
                  <a:cubicBezTo>
                    <a:pt x="560" y="1"/>
                    <a:pt x="477" y="84"/>
                    <a:pt x="477" y="168"/>
                  </a:cubicBezTo>
                  <a:lnTo>
                    <a:pt x="477" y="572"/>
                  </a:lnTo>
                  <a:lnTo>
                    <a:pt x="334" y="572"/>
                  </a:lnTo>
                  <a:lnTo>
                    <a:pt x="334" y="168"/>
                  </a:lnTo>
                  <a:cubicBezTo>
                    <a:pt x="334" y="84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150" lIns="118150" spcFirstLastPara="1" rIns="118150" wrap="square" tIns="118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5"/>
            <p:cNvSpPr/>
            <p:nvPr/>
          </p:nvSpPr>
          <p:spPr>
            <a:xfrm>
              <a:off x="2828095" y="4322648"/>
              <a:ext cx="218053" cy="170597"/>
            </a:xfrm>
            <a:custGeom>
              <a:rect b="b" l="l" r="r" t="t"/>
              <a:pathLst>
                <a:path extrusionOk="0" h="5385" w="6883">
                  <a:moveTo>
                    <a:pt x="4111" y="0"/>
                  </a:moveTo>
                  <a:cubicBezTo>
                    <a:pt x="4032" y="0"/>
                    <a:pt x="3952" y="5"/>
                    <a:pt x="3870" y="15"/>
                  </a:cubicBezTo>
                  <a:cubicBezTo>
                    <a:pt x="3251" y="62"/>
                    <a:pt x="2632" y="372"/>
                    <a:pt x="2156" y="860"/>
                  </a:cubicBezTo>
                  <a:cubicBezTo>
                    <a:pt x="1679" y="1348"/>
                    <a:pt x="1382" y="1979"/>
                    <a:pt x="1334" y="2586"/>
                  </a:cubicBezTo>
                  <a:cubicBezTo>
                    <a:pt x="1310" y="3015"/>
                    <a:pt x="1382" y="3420"/>
                    <a:pt x="1549" y="3825"/>
                  </a:cubicBezTo>
                  <a:lnTo>
                    <a:pt x="72" y="5087"/>
                  </a:lnTo>
                  <a:cubicBezTo>
                    <a:pt x="1" y="5146"/>
                    <a:pt x="1" y="5253"/>
                    <a:pt x="60" y="5325"/>
                  </a:cubicBezTo>
                  <a:cubicBezTo>
                    <a:pt x="84" y="5372"/>
                    <a:pt x="132" y="5384"/>
                    <a:pt x="191" y="5384"/>
                  </a:cubicBezTo>
                  <a:cubicBezTo>
                    <a:pt x="227" y="5384"/>
                    <a:pt x="263" y="5372"/>
                    <a:pt x="298" y="5337"/>
                  </a:cubicBezTo>
                  <a:lnTo>
                    <a:pt x="1870" y="3991"/>
                  </a:lnTo>
                  <a:cubicBezTo>
                    <a:pt x="1930" y="3944"/>
                    <a:pt x="1941" y="3848"/>
                    <a:pt x="1918" y="3789"/>
                  </a:cubicBezTo>
                  <a:cubicBezTo>
                    <a:pt x="1739" y="3420"/>
                    <a:pt x="1668" y="3015"/>
                    <a:pt x="1691" y="2598"/>
                  </a:cubicBezTo>
                  <a:cubicBezTo>
                    <a:pt x="1763" y="1491"/>
                    <a:pt x="2811" y="431"/>
                    <a:pt x="3906" y="336"/>
                  </a:cubicBezTo>
                  <a:cubicBezTo>
                    <a:pt x="3965" y="333"/>
                    <a:pt x="4023" y="332"/>
                    <a:pt x="4081" y="332"/>
                  </a:cubicBezTo>
                  <a:cubicBezTo>
                    <a:pt x="4280" y="332"/>
                    <a:pt x="4474" y="350"/>
                    <a:pt x="4668" y="396"/>
                  </a:cubicBezTo>
                  <a:cubicBezTo>
                    <a:pt x="4716" y="419"/>
                    <a:pt x="4716" y="443"/>
                    <a:pt x="4727" y="455"/>
                  </a:cubicBezTo>
                  <a:cubicBezTo>
                    <a:pt x="4727" y="479"/>
                    <a:pt x="4739" y="503"/>
                    <a:pt x="4716" y="539"/>
                  </a:cubicBezTo>
                  <a:lnTo>
                    <a:pt x="3632" y="1622"/>
                  </a:lnTo>
                  <a:cubicBezTo>
                    <a:pt x="3477" y="1765"/>
                    <a:pt x="3394" y="1967"/>
                    <a:pt x="3394" y="2182"/>
                  </a:cubicBezTo>
                  <a:cubicBezTo>
                    <a:pt x="3394" y="2396"/>
                    <a:pt x="3477" y="2598"/>
                    <a:pt x="3632" y="2753"/>
                  </a:cubicBezTo>
                  <a:lnTo>
                    <a:pt x="4132" y="3253"/>
                  </a:lnTo>
                  <a:cubicBezTo>
                    <a:pt x="4287" y="3408"/>
                    <a:pt x="4489" y="3485"/>
                    <a:pt x="4692" y="3485"/>
                  </a:cubicBezTo>
                  <a:cubicBezTo>
                    <a:pt x="4894" y="3485"/>
                    <a:pt x="5097" y="3408"/>
                    <a:pt x="5251" y="3253"/>
                  </a:cubicBezTo>
                  <a:lnTo>
                    <a:pt x="6347" y="2158"/>
                  </a:lnTo>
                  <a:cubicBezTo>
                    <a:pt x="6369" y="2135"/>
                    <a:pt x="6387" y="2127"/>
                    <a:pt x="6403" y="2127"/>
                  </a:cubicBezTo>
                  <a:cubicBezTo>
                    <a:pt x="6413" y="2127"/>
                    <a:pt x="6421" y="2130"/>
                    <a:pt x="6430" y="2134"/>
                  </a:cubicBezTo>
                  <a:cubicBezTo>
                    <a:pt x="6442" y="2134"/>
                    <a:pt x="6466" y="2158"/>
                    <a:pt x="6478" y="2194"/>
                  </a:cubicBezTo>
                  <a:cubicBezTo>
                    <a:pt x="6537" y="2455"/>
                    <a:pt x="6573" y="2705"/>
                    <a:pt x="6537" y="2967"/>
                  </a:cubicBezTo>
                  <a:cubicBezTo>
                    <a:pt x="6478" y="3753"/>
                    <a:pt x="5966" y="4515"/>
                    <a:pt x="5216" y="4944"/>
                  </a:cubicBezTo>
                  <a:cubicBezTo>
                    <a:pt x="5144" y="4980"/>
                    <a:pt x="5108" y="5087"/>
                    <a:pt x="5156" y="5158"/>
                  </a:cubicBezTo>
                  <a:cubicBezTo>
                    <a:pt x="5187" y="5213"/>
                    <a:pt x="5244" y="5242"/>
                    <a:pt x="5300" y="5242"/>
                  </a:cubicBezTo>
                  <a:cubicBezTo>
                    <a:pt x="5329" y="5242"/>
                    <a:pt x="5358" y="5234"/>
                    <a:pt x="5382" y="5218"/>
                  </a:cubicBezTo>
                  <a:cubicBezTo>
                    <a:pt x="6228" y="4741"/>
                    <a:pt x="6823" y="3884"/>
                    <a:pt x="6883" y="2991"/>
                  </a:cubicBezTo>
                  <a:cubicBezTo>
                    <a:pt x="6871" y="2682"/>
                    <a:pt x="6859" y="2384"/>
                    <a:pt x="6775" y="2098"/>
                  </a:cubicBezTo>
                  <a:cubicBezTo>
                    <a:pt x="6752" y="1943"/>
                    <a:pt x="6632" y="1848"/>
                    <a:pt x="6478" y="1801"/>
                  </a:cubicBezTo>
                  <a:cubicBezTo>
                    <a:pt x="6440" y="1788"/>
                    <a:pt x="6402" y="1782"/>
                    <a:pt x="6364" y="1782"/>
                  </a:cubicBezTo>
                  <a:cubicBezTo>
                    <a:pt x="6258" y="1782"/>
                    <a:pt x="6155" y="1829"/>
                    <a:pt x="6085" y="1908"/>
                  </a:cubicBezTo>
                  <a:lnTo>
                    <a:pt x="4978" y="3003"/>
                  </a:lnTo>
                  <a:cubicBezTo>
                    <a:pt x="4888" y="3092"/>
                    <a:pt x="4772" y="3137"/>
                    <a:pt x="4658" y="3137"/>
                  </a:cubicBezTo>
                  <a:cubicBezTo>
                    <a:pt x="4543" y="3137"/>
                    <a:pt x="4430" y="3092"/>
                    <a:pt x="4346" y="3003"/>
                  </a:cubicBezTo>
                  <a:lnTo>
                    <a:pt x="3835" y="2503"/>
                  </a:lnTo>
                  <a:cubicBezTo>
                    <a:pt x="3751" y="2408"/>
                    <a:pt x="3704" y="2301"/>
                    <a:pt x="3704" y="2170"/>
                  </a:cubicBezTo>
                  <a:cubicBezTo>
                    <a:pt x="3704" y="2051"/>
                    <a:pt x="3751" y="1932"/>
                    <a:pt x="3835" y="1848"/>
                  </a:cubicBezTo>
                  <a:lnTo>
                    <a:pt x="4918" y="753"/>
                  </a:lnTo>
                  <a:cubicBezTo>
                    <a:pt x="5025" y="658"/>
                    <a:pt x="5073" y="491"/>
                    <a:pt x="5025" y="360"/>
                  </a:cubicBezTo>
                  <a:cubicBezTo>
                    <a:pt x="4978" y="205"/>
                    <a:pt x="4882" y="98"/>
                    <a:pt x="4727" y="74"/>
                  </a:cubicBezTo>
                  <a:cubicBezTo>
                    <a:pt x="4520" y="31"/>
                    <a:pt x="4320" y="0"/>
                    <a:pt x="4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150" lIns="118150" spcFirstLastPara="1" rIns="118150" wrap="square" tIns="118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5"/>
            <p:cNvSpPr/>
            <p:nvPr/>
          </p:nvSpPr>
          <p:spPr>
            <a:xfrm>
              <a:off x="2746995" y="4480034"/>
              <a:ext cx="232404" cy="141451"/>
            </a:xfrm>
            <a:custGeom>
              <a:rect b="b" l="l" r="r" t="t"/>
              <a:pathLst>
                <a:path extrusionOk="0" h="4465" w="7336">
                  <a:moveTo>
                    <a:pt x="5613" y="0"/>
                  </a:moveTo>
                  <a:cubicBezTo>
                    <a:pt x="5566" y="0"/>
                    <a:pt x="5522" y="19"/>
                    <a:pt x="5490" y="59"/>
                  </a:cubicBezTo>
                  <a:lnTo>
                    <a:pt x="2168" y="3905"/>
                  </a:lnTo>
                  <a:cubicBezTo>
                    <a:pt x="2049" y="4036"/>
                    <a:pt x="1870" y="4119"/>
                    <a:pt x="1692" y="4119"/>
                  </a:cubicBezTo>
                  <a:cubicBezTo>
                    <a:pt x="1513" y="4119"/>
                    <a:pt x="1334" y="4060"/>
                    <a:pt x="1203" y="3929"/>
                  </a:cubicBezTo>
                  <a:lnTo>
                    <a:pt x="549" y="3274"/>
                  </a:lnTo>
                  <a:cubicBezTo>
                    <a:pt x="429" y="3143"/>
                    <a:pt x="358" y="2976"/>
                    <a:pt x="358" y="2786"/>
                  </a:cubicBezTo>
                  <a:cubicBezTo>
                    <a:pt x="370" y="2607"/>
                    <a:pt x="441" y="2429"/>
                    <a:pt x="572" y="2321"/>
                  </a:cubicBezTo>
                  <a:lnTo>
                    <a:pt x="2334" y="821"/>
                  </a:lnTo>
                  <a:cubicBezTo>
                    <a:pt x="2406" y="762"/>
                    <a:pt x="2406" y="655"/>
                    <a:pt x="2346" y="583"/>
                  </a:cubicBezTo>
                  <a:cubicBezTo>
                    <a:pt x="2315" y="546"/>
                    <a:pt x="2271" y="528"/>
                    <a:pt x="2226" y="528"/>
                  </a:cubicBezTo>
                  <a:cubicBezTo>
                    <a:pt x="2185" y="528"/>
                    <a:pt x="2142" y="543"/>
                    <a:pt x="2108" y="571"/>
                  </a:cubicBezTo>
                  <a:lnTo>
                    <a:pt x="358" y="2071"/>
                  </a:lnTo>
                  <a:cubicBezTo>
                    <a:pt x="144" y="2250"/>
                    <a:pt x="25" y="2500"/>
                    <a:pt x="13" y="2786"/>
                  </a:cubicBezTo>
                  <a:cubicBezTo>
                    <a:pt x="1" y="3048"/>
                    <a:pt x="96" y="3322"/>
                    <a:pt x="299" y="3512"/>
                  </a:cubicBezTo>
                  <a:lnTo>
                    <a:pt x="953" y="4167"/>
                  </a:lnTo>
                  <a:cubicBezTo>
                    <a:pt x="1132" y="4357"/>
                    <a:pt x="1394" y="4465"/>
                    <a:pt x="1644" y="4465"/>
                  </a:cubicBezTo>
                  <a:lnTo>
                    <a:pt x="1680" y="4465"/>
                  </a:lnTo>
                  <a:cubicBezTo>
                    <a:pt x="1965" y="4453"/>
                    <a:pt x="2215" y="4334"/>
                    <a:pt x="2394" y="4119"/>
                  </a:cubicBezTo>
                  <a:lnTo>
                    <a:pt x="5633" y="369"/>
                  </a:lnTo>
                  <a:cubicBezTo>
                    <a:pt x="5970" y="502"/>
                    <a:pt x="6298" y="564"/>
                    <a:pt x="6648" y="564"/>
                  </a:cubicBezTo>
                  <a:cubicBezTo>
                    <a:pt x="6706" y="564"/>
                    <a:pt x="6764" y="563"/>
                    <a:pt x="6823" y="559"/>
                  </a:cubicBezTo>
                  <a:cubicBezTo>
                    <a:pt x="6942" y="559"/>
                    <a:pt x="7061" y="535"/>
                    <a:pt x="7180" y="524"/>
                  </a:cubicBezTo>
                  <a:cubicBezTo>
                    <a:pt x="7276" y="488"/>
                    <a:pt x="7335" y="404"/>
                    <a:pt x="7323" y="309"/>
                  </a:cubicBezTo>
                  <a:cubicBezTo>
                    <a:pt x="7301" y="233"/>
                    <a:pt x="7230" y="177"/>
                    <a:pt x="7145" y="177"/>
                  </a:cubicBezTo>
                  <a:cubicBezTo>
                    <a:pt x="7137" y="177"/>
                    <a:pt x="7129" y="177"/>
                    <a:pt x="7121" y="178"/>
                  </a:cubicBezTo>
                  <a:cubicBezTo>
                    <a:pt x="7026" y="190"/>
                    <a:pt x="6918" y="214"/>
                    <a:pt x="6823" y="226"/>
                  </a:cubicBezTo>
                  <a:cubicBezTo>
                    <a:pt x="6774" y="229"/>
                    <a:pt x="6725" y="230"/>
                    <a:pt x="6676" y="230"/>
                  </a:cubicBezTo>
                  <a:cubicBezTo>
                    <a:pt x="6335" y="230"/>
                    <a:pt x="6003" y="157"/>
                    <a:pt x="5680" y="12"/>
                  </a:cubicBezTo>
                  <a:cubicBezTo>
                    <a:pt x="5658" y="4"/>
                    <a:pt x="5635" y="0"/>
                    <a:pt x="5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150" lIns="118150" spcFirstLastPara="1" rIns="118150" wrap="square" tIns="118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5"/>
            <p:cNvSpPr/>
            <p:nvPr/>
          </p:nvSpPr>
          <p:spPr>
            <a:xfrm>
              <a:off x="2889206" y="4345046"/>
              <a:ext cx="46411" cy="47488"/>
            </a:xfrm>
            <a:custGeom>
              <a:rect b="b" l="l" r="r" t="t"/>
              <a:pathLst>
                <a:path extrusionOk="0" h="1499" w="1465">
                  <a:moveTo>
                    <a:pt x="1250" y="0"/>
                  </a:moveTo>
                  <a:cubicBezTo>
                    <a:pt x="1222" y="0"/>
                    <a:pt x="1193" y="7"/>
                    <a:pt x="1167" y="22"/>
                  </a:cubicBezTo>
                  <a:cubicBezTo>
                    <a:pt x="679" y="320"/>
                    <a:pt x="298" y="748"/>
                    <a:pt x="48" y="1260"/>
                  </a:cubicBezTo>
                  <a:cubicBezTo>
                    <a:pt x="1" y="1344"/>
                    <a:pt x="48" y="1439"/>
                    <a:pt x="120" y="1475"/>
                  </a:cubicBezTo>
                  <a:cubicBezTo>
                    <a:pt x="155" y="1498"/>
                    <a:pt x="167" y="1498"/>
                    <a:pt x="191" y="1498"/>
                  </a:cubicBezTo>
                  <a:cubicBezTo>
                    <a:pt x="251" y="1498"/>
                    <a:pt x="310" y="1463"/>
                    <a:pt x="346" y="1403"/>
                  </a:cubicBezTo>
                  <a:cubicBezTo>
                    <a:pt x="548" y="963"/>
                    <a:pt x="905" y="570"/>
                    <a:pt x="1322" y="308"/>
                  </a:cubicBezTo>
                  <a:cubicBezTo>
                    <a:pt x="1429" y="260"/>
                    <a:pt x="1465" y="153"/>
                    <a:pt x="1405" y="82"/>
                  </a:cubicBezTo>
                  <a:cubicBezTo>
                    <a:pt x="1373" y="33"/>
                    <a:pt x="1312" y="0"/>
                    <a:pt x="1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8150" lIns="118150" spcFirstLastPara="1" rIns="118150" wrap="square" tIns="118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3" name="Google Shape;553;p25"/>
          <p:cNvGrpSpPr/>
          <p:nvPr/>
        </p:nvGrpSpPr>
        <p:grpSpPr>
          <a:xfrm>
            <a:off x="6356023" y="3031244"/>
            <a:ext cx="502358" cy="423106"/>
            <a:chOff x="2171474" y="3369229"/>
            <a:chExt cx="408156" cy="343737"/>
          </a:xfrm>
        </p:grpSpPr>
        <p:sp>
          <p:nvSpPr>
            <p:cNvPr id="554" name="Google Shape;554;p25"/>
            <p:cNvSpPr/>
            <p:nvPr/>
          </p:nvSpPr>
          <p:spPr>
            <a:xfrm>
              <a:off x="2171474" y="3369229"/>
              <a:ext cx="408156" cy="343737"/>
            </a:xfrm>
            <a:custGeom>
              <a:rect b="b" l="l" r="r" t="t"/>
              <a:pathLst>
                <a:path extrusionOk="0" h="10800" w="12824">
                  <a:moveTo>
                    <a:pt x="5395" y="345"/>
                  </a:moveTo>
                  <a:cubicBezTo>
                    <a:pt x="5561" y="345"/>
                    <a:pt x="5704" y="405"/>
                    <a:pt x="5823" y="536"/>
                  </a:cubicBezTo>
                  <a:lnTo>
                    <a:pt x="6478" y="1191"/>
                  </a:lnTo>
                  <a:lnTo>
                    <a:pt x="5645" y="1191"/>
                  </a:lnTo>
                  <a:cubicBezTo>
                    <a:pt x="5537" y="1191"/>
                    <a:pt x="5442" y="1143"/>
                    <a:pt x="5347" y="1072"/>
                  </a:cubicBezTo>
                  <a:lnTo>
                    <a:pt x="4633" y="357"/>
                  </a:lnTo>
                  <a:lnTo>
                    <a:pt x="5395" y="357"/>
                  </a:lnTo>
                  <a:lnTo>
                    <a:pt x="5395" y="345"/>
                  </a:lnTo>
                  <a:close/>
                  <a:moveTo>
                    <a:pt x="6883" y="357"/>
                  </a:moveTo>
                  <a:cubicBezTo>
                    <a:pt x="7049" y="357"/>
                    <a:pt x="7192" y="417"/>
                    <a:pt x="7311" y="536"/>
                  </a:cubicBezTo>
                  <a:lnTo>
                    <a:pt x="7966" y="1191"/>
                  </a:lnTo>
                  <a:lnTo>
                    <a:pt x="7823" y="1191"/>
                  </a:lnTo>
                  <a:cubicBezTo>
                    <a:pt x="7716" y="1191"/>
                    <a:pt x="7621" y="1274"/>
                    <a:pt x="7621" y="1381"/>
                  </a:cubicBezTo>
                  <a:cubicBezTo>
                    <a:pt x="7621" y="1488"/>
                    <a:pt x="7716" y="1572"/>
                    <a:pt x="7823" y="1572"/>
                  </a:cubicBezTo>
                  <a:lnTo>
                    <a:pt x="12026" y="1572"/>
                  </a:lnTo>
                  <a:cubicBezTo>
                    <a:pt x="12253" y="1572"/>
                    <a:pt x="12443" y="1750"/>
                    <a:pt x="12443" y="1988"/>
                  </a:cubicBezTo>
                  <a:lnTo>
                    <a:pt x="12431" y="10001"/>
                  </a:lnTo>
                  <a:cubicBezTo>
                    <a:pt x="12431" y="10216"/>
                    <a:pt x="12253" y="10418"/>
                    <a:pt x="12014" y="10418"/>
                  </a:cubicBezTo>
                  <a:lnTo>
                    <a:pt x="775" y="10418"/>
                  </a:lnTo>
                  <a:cubicBezTo>
                    <a:pt x="561" y="10418"/>
                    <a:pt x="358" y="10239"/>
                    <a:pt x="358" y="10001"/>
                  </a:cubicBezTo>
                  <a:lnTo>
                    <a:pt x="358" y="774"/>
                  </a:lnTo>
                  <a:cubicBezTo>
                    <a:pt x="358" y="548"/>
                    <a:pt x="537" y="357"/>
                    <a:pt x="775" y="357"/>
                  </a:cubicBezTo>
                  <a:lnTo>
                    <a:pt x="3859" y="357"/>
                  </a:lnTo>
                  <a:cubicBezTo>
                    <a:pt x="4025" y="357"/>
                    <a:pt x="4168" y="417"/>
                    <a:pt x="4287" y="536"/>
                  </a:cubicBezTo>
                  <a:lnTo>
                    <a:pt x="5085" y="1322"/>
                  </a:lnTo>
                  <a:cubicBezTo>
                    <a:pt x="5228" y="1465"/>
                    <a:pt x="5418" y="1560"/>
                    <a:pt x="5645" y="1560"/>
                  </a:cubicBezTo>
                  <a:lnTo>
                    <a:pt x="6942" y="1560"/>
                  </a:lnTo>
                  <a:cubicBezTo>
                    <a:pt x="7014" y="1560"/>
                    <a:pt x="7085" y="1512"/>
                    <a:pt x="7121" y="1441"/>
                  </a:cubicBezTo>
                  <a:cubicBezTo>
                    <a:pt x="7145" y="1369"/>
                    <a:pt x="7133" y="1286"/>
                    <a:pt x="7073" y="1226"/>
                  </a:cubicBezTo>
                  <a:lnTo>
                    <a:pt x="6192" y="357"/>
                  </a:lnTo>
                  <a:close/>
                  <a:moveTo>
                    <a:pt x="799" y="0"/>
                  </a:moveTo>
                  <a:cubicBezTo>
                    <a:pt x="358" y="0"/>
                    <a:pt x="1" y="345"/>
                    <a:pt x="1" y="786"/>
                  </a:cubicBezTo>
                  <a:lnTo>
                    <a:pt x="1" y="10013"/>
                  </a:lnTo>
                  <a:cubicBezTo>
                    <a:pt x="1" y="10442"/>
                    <a:pt x="358" y="10799"/>
                    <a:pt x="799" y="10799"/>
                  </a:cubicBezTo>
                  <a:lnTo>
                    <a:pt x="12026" y="10799"/>
                  </a:lnTo>
                  <a:cubicBezTo>
                    <a:pt x="12467" y="10799"/>
                    <a:pt x="12824" y="10442"/>
                    <a:pt x="12824" y="10013"/>
                  </a:cubicBezTo>
                  <a:lnTo>
                    <a:pt x="12824" y="1988"/>
                  </a:lnTo>
                  <a:cubicBezTo>
                    <a:pt x="12824" y="1524"/>
                    <a:pt x="12467" y="1191"/>
                    <a:pt x="12026" y="1191"/>
                  </a:cubicBezTo>
                  <a:lnTo>
                    <a:pt x="8490" y="1191"/>
                  </a:lnTo>
                  <a:lnTo>
                    <a:pt x="7585" y="274"/>
                  </a:lnTo>
                  <a:cubicBezTo>
                    <a:pt x="7383" y="83"/>
                    <a:pt x="7145" y="0"/>
                    <a:pt x="6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2525" lIns="112525" spcFirstLastPara="1" rIns="112525" wrap="square" tIns="11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2292737" y="3477220"/>
              <a:ext cx="164898" cy="164866"/>
            </a:xfrm>
            <a:custGeom>
              <a:rect b="b" l="l" r="r" t="t"/>
              <a:pathLst>
                <a:path extrusionOk="0" h="5180" w="5181">
                  <a:moveTo>
                    <a:pt x="2799" y="1382"/>
                  </a:moveTo>
                  <a:cubicBezTo>
                    <a:pt x="3025" y="1382"/>
                    <a:pt x="3216" y="1560"/>
                    <a:pt x="3216" y="1798"/>
                  </a:cubicBezTo>
                  <a:lnTo>
                    <a:pt x="3216" y="2203"/>
                  </a:lnTo>
                  <a:cubicBezTo>
                    <a:pt x="3204" y="2525"/>
                    <a:pt x="2942" y="2810"/>
                    <a:pt x="2597" y="2810"/>
                  </a:cubicBezTo>
                  <a:cubicBezTo>
                    <a:pt x="2251" y="2810"/>
                    <a:pt x="1977" y="2525"/>
                    <a:pt x="1977" y="2203"/>
                  </a:cubicBezTo>
                  <a:lnTo>
                    <a:pt x="1977" y="1798"/>
                  </a:lnTo>
                  <a:cubicBezTo>
                    <a:pt x="1977" y="1572"/>
                    <a:pt x="2156" y="1382"/>
                    <a:pt x="2406" y="1382"/>
                  </a:cubicBezTo>
                  <a:close/>
                  <a:moveTo>
                    <a:pt x="2799" y="3156"/>
                  </a:moveTo>
                  <a:lnTo>
                    <a:pt x="2799" y="3275"/>
                  </a:lnTo>
                  <a:cubicBezTo>
                    <a:pt x="2799" y="3346"/>
                    <a:pt x="2835" y="3406"/>
                    <a:pt x="2858" y="3465"/>
                  </a:cubicBezTo>
                  <a:lnTo>
                    <a:pt x="2608" y="3715"/>
                  </a:lnTo>
                  <a:lnTo>
                    <a:pt x="2573" y="3715"/>
                  </a:lnTo>
                  <a:lnTo>
                    <a:pt x="2323" y="3465"/>
                  </a:lnTo>
                  <a:cubicBezTo>
                    <a:pt x="2358" y="3406"/>
                    <a:pt x="2382" y="3346"/>
                    <a:pt x="2382" y="3275"/>
                  </a:cubicBezTo>
                  <a:lnTo>
                    <a:pt x="2382" y="3156"/>
                  </a:lnTo>
                  <a:cubicBezTo>
                    <a:pt x="2454" y="3167"/>
                    <a:pt x="2513" y="3179"/>
                    <a:pt x="2597" y="3179"/>
                  </a:cubicBezTo>
                  <a:cubicBezTo>
                    <a:pt x="2668" y="3179"/>
                    <a:pt x="2739" y="3167"/>
                    <a:pt x="2799" y="3156"/>
                  </a:cubicBezTo>
                  <a:close/>
                  <a:moveTo>
                    <a:pt x="2573" y="381"/>
                  </a:moveTo>
                  <a:cubicBezTo>
                    <a:pt x="3799" y="381"/>
                    <a:pt x="4799" y="1382"/>
                    <a:pt x="4799" y="2596"/>
                  </a:cubicBezTo>
                  <a:cubicBezTo>
                    <a:pt x="4811" y="3287"/>
                    <a:pt x="4490" y="3906"/>
                    <a:pt x="3978" y="4322"/>
                  </a:cubicBezTo>
                  <a:lnTo>
                    <a:pt x="3978" y="4049"/>
                  </a:lnTo>
                  <a:cubicBezTo>
                    <a:pt x="3978" y="3822"/>
                    <a:pt x="3859" y="3608"/>
                    <a:pt x="3656" y="3525"/>
                  </a:cubicBezTo>
                  <a:lnTo>
                    <a:pt x="3180" y="3287"/>
                  </a:lnTo>
                  <a:lnTo>
                    <a:pt x="3180" y="3275"/>
                  </a:lnTo>
                  <a:lnTo>
                    <a:pt x="3180" y="2989"/>
                  </a:lnTo>
                  <a:cubicBezTo>
                    <a:pt x="3418" y="2810"/>
                    <a:pt x="3573" y="2513"/>
                    <a:pt x="3573" y="2203"/>
                  </a:cubicBezTo>
                  <a:lnTo>
                    <a:pt x="3573" y="1798"/>
                  </a:lnTo>
                  <a:cubicBezTo>
                    <a:pt x="3573" y="1370"/>
                    <a:pt x="3216" y="1012"/>
                    <a:pt x="2787" y="1012"/>
                  </a:cubicBezTo>
                  <a:lnTo>
                    <a:pt x="2382" y="1012"/>
                  </a:lnTo>
                  <a:cubicBezTo>
                    <a:pt x="1954" y="1012"/>
                    <a:pt x="1596" y="1370"/>
                    <a:pt x="1596" y="1798"/>
                  </a:cubicBezTo>
                  <a:lnTo>
                    <a:pt x="1596" y="2203"/>
                  </a:lnTo>
                  <a:cubicBezTo>
                    <a:pt x="1596" y="2525"/>
                    <a:pt x="1763" y="2810"/>
                    <a:pt x="2001" y="2989"/>
                  </a:cubicBezTo>
                  <a:lnTo>
                    <a:pt x="2001" y="3275"/>
                  </a:lnTo>
                  <a:lnTo>
                    <a:pt x="2001" y="3287"/>
                  </a:lnTo>
                  <a:lnTo>
                    <a:pt x="1525" y="3525"/>
                  </a:lnTo>
                  <a:cubicBezTo>
                    <a:pt x="1334" y="3632"/>
                    <a:pt x="1192" y="3822"/>
                    <a:pt x="1192" y="4049"/>
                  </a:cubicBezTo>
                  <a:lnTo>
                    <a:pt x="1192" y="4322"/>
                  </a:lnTo>
                  <a:cubicBezTo>
                    <a:pt x="692" y="3918"/>
                    <a:pt x="358" y="3298"/>
                    <a:pt x="358" y="2596"/>
                  </a:cubicBezTo>
                  <a:cubicBezTo>
                    <a:pt x="358" y="1382"/>
                    <a:pt x="1358" y="381"/>
                    <a:pt x="2573" y="381"/>
                  </a:cubicBezTo>
                  <a:close/>
                  <a:moveTo>
                    <a:pt x="3156" y="3691"/>
                  </a:moveTo>
                  <a:lnTo>
                    <a:pt x="3490" y="3846"/>
                  </a:lnTo>
                  <a:cubicBezTo>
                    <a:pt x="3561" y="3882"/>
                    <a:pt x="3609" y="3953"/>
                    <a:pt x="3609" y="4049"/>
                  </a:cubicBezTo>
                  <a:lnTo>
                    <a:pt x="3609" y="4560"/>
                  </a:lnTo>
                  <a:cubicBezTo>
                    <a:pt x="3311" y="4727"/>
                    <a:pt x="2954" y="4822"/>
                    <a:pt x="2597" y="4822"/>
                  </a:cubicBezTo>
                  <a:cubicBezTo>
                    <a:pt x="2227" y="4822"/>
                    <a:pt x="1882" y="4727"/>
                    <a:pt x="1585" y="4560"/>
                  </a:cubicBezTo>
                  <a:lnTo>
                    <a:pt x="1585" y="4049"/>
                  </a:lnTo>
                  <a:cubicBezTo>
                    <a:pt x="1585" y="3965"/>
                    <a:pt x="1632" y="3894"/>
                    <a:pt x="1704" y="3846"/>
                  </a:cubicBezTo>
                  <a:lnTo>
                    <a:pt x="2025" y="3691"/>
                  </a:lnTo>
                  <a:lnTo>
                    <a:pt x="2323" y="3989"/>
                  </a:lnTo>
                  <a:cubicBezTo>
                    <a:pt x="2406" y="4060"/>
                    <a:pt x="2489" y="4108"/>
                    <a:pt x="2597" y="4108"/>
                  </a:cubicBezTo>
                  <a:cubicBezTo>
                    <a:pt x="2704" y="4108"/>
                    <a:pt x="2799" y="4060"/>
                    <a:pt x="2858" y="3989"/>
                  </a:cubicBezTo>
                  <a:lnTo>
                    <a:pt x="3156" y="3691"/>
                  </a:lnTo>
                  <a:close/>
                  <a:moveTo>
                    <a:pt x="2597" y="0"/>
                  </a:moveTo>
                  <a:cubicBezTo>
                    <a:pt x="1168" y="0"/>
                    <a:pt x="1" y="1155"/>
                    <a:pt x="1" y="2584"/>
                  </a:cubicBezTo>
                  <a:cubicBezTo>
                    <a:pt x="1" y="4013"/>
                    <a:pt x="1168" y="5180"/>
                    <a:pt x="2597" y="5180"/>
                  </a:cubicBezTo>
                  <a:cubicBezTo>
                    <a:pt x="4025" y="5180"/>
                    <a:pt x="5180" y="4013"/>
                    <a:pt x="5180" y="2584"/>
                  </a:cubicBezTo>
                  <a:cubicBezTo>
                    <a:pt x="5180" y="1155"/>
                    <a:pt x="4025" y="0"/>
                    <a:pt x="25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2525" lIns="112525" spcFirstLastPara="1" rIns="112525" wrap="square" tIns="11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>
              <a:off x="2256358" y="3451503"/>
              <a:ext cx="188769" cy="177311"/>
            </a:xfrm>
            <a:custGeom>
              <a:rect b="b" l="l" r="r" t="t"/>
              <a:pathLst>
                <a:path extrusionOk="0" h="5571" w="5931">
                  <a:moveTo>
                    <a:pt x="3751" y="0"/>
                  </a:moveTo>
                  <a:cubicBezTo>
                    <a:pt x="2872" y="0"/>
                    <a:pt x="1994" y="341"/>
                    <a:pt x="1323" y="999"/>
                  </a:cubicBezTo>
                  <a:cubicBezTo>
                    <a:pt x="120" y="2201"/>
                    <a:pt x="1" y="4142"/>
                    <a:pt x="1049" y="5488"/>
                  </a:cubicBezTo>
                  <a:cubicBezTo>
                    <a:pt x="1073" y="5535"/>
                    <a:pt x="1132" y="5571"/>
                    <a:pt x="1192" y="5571"/>
                  </a:cubicBezTo>
                  <a:cubicBezTo>
                    <a:pt x="1239" y="5571"/>
                    <a:pt x="1263" y="5547"/>
                    <a:pt x="1311" y="5523"/>
                  </a:cubicBezTo>
                  <a:cubicBezTo>
                    <a:pt x="1382" y="5464"/>
                    <a:pt x="1406" y="5345"/>
                    <a:pt x="1346" y="5249"/>
                  </a:cubicBezTo>
                  <a:cubicBezTo>
                    <a:pt x="406" y="4047"/>
                    <a:pt x="525" y="2332"/>
                    <a:pt x="1596" y="1261"/>
                  </a:cubicBezTo>
                  <a:cubicBezTo>
                    <a:pt x="2181" y="676"/>
                    <a:pt x="2961" y="375"/>
                    <a:pt x="3742" y="375"/>
                  </a:cubicBezTo>
                  <a:cubicBezTo>
                    <a:pt x="4393" y="375"/>
                    <a:pt x="5044" y="584"/>
                    <a:pt x="5585" y="1011"/>
                  </a:cubicBezTo>
                  <a:cubicBezTo>
                    <a:pt x="5616" y="1037"/>
                    <a:pt x="5656" y="1049"/>
                    <a:pt x="5697" y="1049"/>
                  </a:cubicBezTo>
                  <a:cubicBezTo>
                    <a:pt x="5750" y="1049"/>
                    <a:pt x="5806" y="1028"/>
                    <a:pt x="5847" y="987"/>
                  </a:cubicBezTo>
                  <a:cubicBezTo>
                    <a:pt x="5930" y="904"/>
                    <a:pt x="5895" y="773"/>
                    <a:pt x="5823" y="713"/>
                  </a:cubicBezTo>
                  <a:cubicBezTo>
                    <a:pt x="5209" y="233"/>
                    <a:pt x="4479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2525" lIns="112525" spcFirstLastPara="1" rIns="112525" wrap="square" tIns="11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5"/>
            <p:cNvSpPr/>
            <p:nvPr/>
          </p:nvSpPr>
          <p:spPr>
            <a:xfrm>
              <a:off x="2305245" y="3491160"/>
              <a:ext cx="189151" cy="176706"/>
            </a:xfrm>
            <a:custGeom>
              <a:rect b="b" l="l" r="r" t="t"/>
              <a:pathLst>
                <a:path extrusionOk="0" h="5552" w="5943">
                  <a:moveTo>
                    <a:pt x="4739" y="1"/>
                  </a:moveTo>
                  <a:cubicBezTo>
                    <a:pt x="4695" y="1"/>
                    <a:pt x="4650" y="13"/>
                    <a:pt x="4609" y="39"/>
                  </a:cubicBezTo>
                  <a:cubicBezTo>
                    <a:pt x="4537" y="98"/>
                    <a:pt x="4525" y="217"/>
                    <a:pt x="4585" y="301"/>
                  </a:cubicBezTo>
                  <a:cubicBezTo>
                    <a:pt x="5513" y="1503"/>
                    <a:pt x="5406" y="3218"/>
                    <a:pt x="4335" y="4289"/>
                  </a:cubicBezTo>
                  <a:cubicBezTo>
                    <a:pt x="3750" y="4874"/>
                    <a:pt x="2970" y="5175"/>
                    <a:pt x="2189" y="5175"/>
                  </a:cubicBezTo>
                  <a:cubicBezTo>
                    <a:pt x="1538" y="5175"/>
                    <a:pt x="887" y="4966"/>
                    <a:pt x="346" y="4539"/>
                  </a:cubicBezTo>
                  <a:cubicBezTo>
                    <a:pt x="314" y="4516"/>
                    <a:pt x="276" y="4505"/>
                    <a:pt x="237" y="4505"/>
                  </a:cubicBezTo>
                  <a:cubicBezTo>
                    <a:pt x="177" y="4505"/>
                    <a:pt x="116" y="4531"/>
                    <a:pt x="72" y="4575"/>
                  </a:cubicBezTo>
                  <a:cubicBezTo>
                    <a:pt x="1" y="4646"/>
                    <a:pt x="25" y="4765"/>
                    <a:pt x="96" y="4837"/>
                  </a:cubicBezTo>
                  <a:cubicBezTo>
                    <a:pt x="715" y="5313"/>
                    <a:pt x="1453" y="5551"/>
                    <a:pt x="2180" y="5551"/>
                  </a:cubicBezTo>
                  <a:cubicBezTo>
                    <a:pt x="3061" y="5551"/>
                    <a:pt x="3930" y="5218"/>
                    <a:pt x="4597" y="4551"/>
                  </a:cubicBezTo>
                  <a:cubicBezTo>
                    <a:pt x="5823" y="3349"/>
                    <a:pt x="5942" y="1420"/>
                    <a:pt x="4882" y="62"/>
                  </a:cubicBezTo>
                  <a:cubicBezTo>
                    <a:pt x="4849" y="22"/>
                    <a:pt x="4796" y="1"/>
                    <a:pt x="4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2525" lIns="112525" spcFirstLastPara="1" rIns="112525" wrap="square" tIns="11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8" name="Google Shape;558;p25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03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6"/>
          <p:cNvSpPr txBox="1"/>
          <p:nvPr>
            <p:ph idx="1" type="body"/>
          </p:nvPr>
        </p:nvSpPr>
        <p:spPr>
          <a:xfrm>
            <a:off x="540375" y="755525"/>
            <a:ext cx="7866900" cy="20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Project Objective: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Design and implement a comprehensive database system for managing dorm-related supplies and student orders. This project transforms theoretical database models into a working SQL implementation that tracks students, dorm rooms, suppliers, items, and orders in a fully integrated system.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/>
              <a:t>Key Features</a:t>
            </a:r>
            <a:r>
              <a:rPr lang="en" sz="1900"/>
              <a:t>: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4" name="Google Shape;564;p26"/>
          <p:cNvSpPr txBox="1"/>
          <p:nvPr>
            <p:ph type="ctrTitle"/>
          </p:nvPr>
        </p:nvSpPr>
        <p:spPr>
          <a:xfrm>
            <a:off x="234475" y="17772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System</a:t>
            </a:r>
            <a:r>
              <a:rPr lang="en">
                <a:solidFill>
                  <a:schemeClr val="accent2"/>
                </a:solidFill>
              </a:rPr>
              <a:t> Description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65" name="Google Shape;565;p26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04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66" name="Google Shape;5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3475" y="2582275"/>
            <a:ext cx="1879025" cy="18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6"/>
          <p:cNvSpPr/>
          <p:nvPr/>
        </p:nvSpPr>
        <p:spPr>
          <a:xfrm>
            <a:off x="366350" y="3262175"/>
            <a:ext cx="508800" cy="34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366350" y="4112375"/>
            <a:ext cx="508800" cy="34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2648225" y="3262175"/>
            <a:ext cx="508800" cy="34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2648225" y="4112375"/>
            <a:ext cx="508800" cy="34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4930100" y="3806063"/>
            <a:ext cx="508800" cy="34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2" name="Google Shape;572;p26"/>
          <p:cNvSpPr txBox="1"/>
          <p:nvPr/>
        </p:nvSpPr>
        <p:spPr>
          <a:xfrm>
            <a:off x="875150" y="3067175"/>
            <a:ext cx="165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Student account management and authentication</a:t>
            </a:r>
            <a:endParaRPr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3" name="Google Shape;573;p26"/>
          <p:cNvSpPr txBox="1"/>
          <p:nvPr/>
        </p:nvSpPr>
        <p:spPr>
          <a:xfrm>
            <a:off x="875150" y="3917375"/>
            <a:ext cx="165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Comprehensive item catalog with categories (bed, bath, kitchen)</a:t>
            </a:r>
            <a:endParaRPr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3216750" y="3067175"/>
            <a:ext cx="165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Order processing, status tracking, and payment history</a:t>
            </a:r>
            <a:endParaRPr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5" name="Google Shape;575;p26"/>
          <p:cNvSpPr txBox="1"/>
          <p:nvPr/>
        </p:nvSpPr>
        <p:spPr>
          <a:xfrm>
            <a:off x="3216750" y="3917375"/>
            <a:ext cx="165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Supplier management with multiple location support</a:t>
            </a:r>
            <a:endParaRPr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6" name="Google Shape;576;p26"/>
          <p:cNvSpPr txBox="1"/>
          <p:nvPr/>
        </p:nvSpPr>
        <p:spPr>
          <a:xfrm>
            <a:off x="5505638" y="3611075"/>
            <a:ext cx="165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Dorm building and room assignment tracking</a:t>
            </a:r>
            <a:endParaRPr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77" name="Google Shape;57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375" y="802450"/>
            <a:ext cx="7048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"/>
          <p:cNvSpPr txBox="1"/>
          <p:nvPr>
            <p:ph type="ctrTitle"/>
          </p:nvPr>
        </p:nvSpPr>
        <p:spPr>
          <a:xfrm>
            <a:off x="0" y="0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ER Model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83" name="Google Shape;583;p27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05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84" name="Google Shape;584;p27" title="IMG_0449.png"/>
          <p:cNvPicPr preferRelativeResize="0"/>
          <p:nvPr/>
        </p:nvPicPr>
        <p:blipFill rotWithShape="1">
          <a:blip r:embed="rId3">
            <a:alphaModFix/>
          </a:blip>
          <a:srcRect b="50794" l="4986" r="5335" t="10898"/>
          <a:stretch/>
        </p:blipFill>
        <p:spPr>
          <a:xfrm>
            <a:off x="862600" y="510225"/>
            <a:ext cx="7418776" cy="453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8"/>
          <p:cNvSpPr txBox="1"/>
          <p:nvPr>
            <p:ph type="ctrTitle"/>
          </p:nvPr>
        </p:nvSpPr>
        <p:spPr>
          <a:xfrm>
            <a:off x="0" y="0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ER Model Continued…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590" name="Google Shape;590;p28" title="IMG_0449.png"/>
          <p:cNvPicPr preferRelativeResize="0"/>
          <p:nvPr/>
        </p:nvPicPr>
        <p:blipFill rotWithShape="1">
          <a:blip r:embed="rId3">
            <a:alphaModFix/>
          </a:blip>
          <a:srcRect b="11187" l="4986" r="5335" t="49432"/>
          <a:stretch/>
        </p:blipFill>
        <p:spPr>
          <a:xfrm>
            <a:off x="1048938" y="577800"/>
            <a:ext cx="7046122" cy="442812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8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06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9"/>
          <p:cNvSpPr txBox="1"/>
          <p:nvPr>
            <p:ph type="ctrTitle"/>
          </p:nvPr>
        </p:nvSpPr>
        <p:spPr>
          <a:xfrm>
            <a:off x="234475" y="17772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EER Model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97" name="Google Shape;597;p29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07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98" name="Google Shape;598;p29"/>
          <p:cNvPicPr preferRelativeResize="0"/>
          <p:nvPr/>
        </p:nvPicPr>
        <p:blipFill rotWithShape="1">
          <a:blip r:embed="rId3">
            <a:alphaModFix/>
          </a:blip>
          <a:srcRect b="0" l="0" r="0" t="5186"/>
          <a:stretch/>
        </p:blipFill>
        <p:spPr>
          <a:xfrm>
            <a:off x="120825" y="755525"/>
            <a:ext cx="8902349" cy="38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0"/>
          <p:cNvSpPr txBox="1"/>
          <p:nvPr>
            <p:ph type="ctrTitle"/>
          </p:nvPr>
        </p:nvSpPr>
        <p:spPr>
          <a:xfrm>
            <a:off x="234475" y="177725"/>
            <a:ext cx="6129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SQL Development : Tables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04" name="Google Shape;604;p30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08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05" name="Google Shape;605;p30"/>
          <p:cNvPicPr preferRelativeResize="0"/>
          <p:nvPr/>
        </p:nvPicPr>
        <p:blipFill rotWithShape="1">
          <a:blip r:embed="rId3">
            <a:alphaModFix/>
          </a:blip>
          <a:srcRect b="0" l="4443" r="0" t="0"/>
          <a:stretch/>
        </p:blipFill>
        <p:spPr>
          <a:xfrm>
            <a:off x="55850" y="1835650"/>
            <a:ext cx="3136049" cy="6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950" y="801050"/>
            <a:ext cx="1877850" cy="9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5737" y="801050"/>
            <a:ext cx="1943926" cy="9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763" y="2971800"/>
            <a:ext cx="2484208" cy="9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80425" y="2971800"/>
            <a:ext cx="2274549" cy="9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5975" y="1835650"/>
            <a:ext cx="2763451" cy="729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8550" y="4033974"/>
            <a:ext cx="2230651" cy="8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80425" y="4074088"/>
            <a:ext cx="2274550" cy="73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66024" y="1178624"/>
            <a:ext cx="2274549" cy="1495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31324" y="2774399"/>
            <a:ext cx="1943950" cy="871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31325" y="3708950"/>
            <a:ext cx="1366897" cy="8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1"/>
          <p:cNvSpPr txBox="1"/>
          <p:nvPr>
            <p:ph type="ctrTitle"/>
          </p:nvPr>
        </p:nvSpPr>
        <p:spPr>
          <a:xfrm>
            <a:off x="234475" y="177725"/>
            <a:ext cx="7357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Loading Data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21" name="Google Shape;621;p31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09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22" name="Google Shape;6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764" y="1359296"/>
            <a:ext cx="6578074" cy="363525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1"/>
          <p:cNvSpPr txBox="1"/>
          <p:nvPr/>
        </p:nvSpPr>
        <p:spPr>
          <a:xfrm>
            <a:off x="1281350" y="686250"/>
            <a:ext cx="6186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0025" lIns="130025" spcFirstLastPara="1" rIns="130025" wrap="square" tIns="13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9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Importing Data</a:t>
            </a:r>
            <a:endParaRPr sz="2559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24" name="Google Shape;624;p31"/>
          <p:cNvCxnSpPr/>
          <p:nvPr/>
        </p:nvCxnSpPr>
        <p:spPr>
          <a:xfrm>
            <a:off x="3672235" y="1495706"/>
            <a:ext cx="1405200" cy="0"/>
          </a:xfrm>
          <a:prstGeom prst="straightConnector1">
            <a:avLst/>
          </a:prstGeom>
          <a:noFill/>
          <a:ln cap="flat" cmpd="sng" w="5760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25" name="Google Shape;625;p31"/>
          <p:cNvSpPr txBox="1"/>
          <p:nvPr/>
        </p:nvSpPr>
        <p:spPr>
          <a:xfrm>
            <a:off x="5110234" y="1283550"/>
            <a:ext cx="20547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8250" lIns="138250" spcFirstLastPara="1" rIns="138250" wrap="square" tIns="138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1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Disable foreign key checks</a:t>
            </a:r>
            <a:endParaRPr b="1" sz="1511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2"/>
          <p:cNvSpPr txBox="1"/>
          <p:nvPr>
            <p:ph type="ctrTitle"/>
          </p:nvPr>
        </p:nvSpPr>
        <p:spPr>
          <a:xfrm>
            <a:off x="234475" y="177725"/>
            <a:ext cx="7357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Performance Enhancements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1" name="Google Shape;631;p32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10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690025" y="1601171"/>
            <a:ext cx="784200" cy="78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86950" lIns="86950" spcFirstLastPara="1" rIns="86950" wrap="square" tIns="8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7"/>
          </a:p>
        </p:txBody>
      </p:sp>
      <p:sp>
        <p:nvSpPr>
          <p:cNvPr id="633" name="Google Shape;633;p32"/>
          <p:cNvSpPr txBox="1"/>
          <p:nvPr/>
        </p:nvSpPr>
        <p:spPr>
          <a:xfrm>
            <a:off x="1816425" y="883875"/>
            <a:ext cx="32145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75" lIns="113475" spcFirstLastPara="1" rIns="113475" wrap="square" tIns="11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34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Normalization</a:t>
            </a:r>
            <a:endParaRPr b="1" sz="2234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34" name="Google Shape;634;p32"/>
          <p:cNvSpPr txBox="1"/>
          <p:nvPr/>
        </p:nvSpPr>
        <p:spPr>
          <a:xfrm>
            <a:off x="710148" y="1674889"/>
            <a:ext cx="7440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75" lIns="113475" spcFirstLastPara="1" rIns="113475" wrap="square" tIns="11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3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1NF</a:t>
            </a:r>
            <a:endParaRPr b="1" sz="273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35" name="Google Shape;635;p32"/>
          <p:cNvSpPr/>
          <p:nvPr/>
        </p:nvSpPr>
        <p:spPr>
          <a:xfrm>
            <a:off x="690025" y="2770237"/>
            <a:ext cx="784200" cy="78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86950" lIns="86950" spcFirstLastPara="1" rIns="86950" wrap="square" tIns="8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7"/>
          </a:p>
        </p:txBody>
      </p:sp>
      <p:sp>
        <p:nvSpPr>
          <p:cNvPr id="636" name="Google Shape;636;p32"/>
          <p:cNvSpPr txBox="1"/>
          <p:nvPr/>
        </p:nvSpPr>
        <p:spPr>
          <a:xfrm>
            <a:off x="710148" y="2843955"/>
            <a:ext cx="7440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75" lIns="113475" spcFirstLastPara="1" rIns="113475" wrap="square" tIns="11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3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2</a:t>
            </a:r>
            <a:r>
              <a:rPr b="1" lang="en" sz="273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NF</a:t>
            </a:r>
            <a:endParaRPr b="1" sz="273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37" name="Google Shape;637;p32"/>
          <p:cNvSpPr/>
          <p:nvPr/>
        </p:nvSpPr>
        <p:spPr>
          <a:xfrm>
            <a:off x="690025" y="3939303"/>
            <a:ext cx="784200" cy="78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86950" lIns="86950" spcFirstLastPara="1" rIns="86950" wrap="square" tIns="8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7"/>
          </a:p>
        </p:txBody>
      </p:sp>
      <p:sp>
        <p:nvSpPr>
          <p:cNvPr id="638" name="Google Shape;638;p32"/>
          <p:cNvSpPr txBox="1"/>
          <p:nvPr/>
        </p:nvSpPr>
        <p:spPr>
          <a:xfrm>
            <a:off x="710148" y="4013021"/>
            <a:ext cx="7440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75" lIns="113475" spcFirstLastPara="1" rIns="113475" wrap="square" tIns="11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3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3</a:t>
            </a:r>
            <a:r>
              <a:rPr b="1" lang="en" sz="273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NF</a:t>
            </a:r>
            <a:endParaRPr b="1" sz="273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39" name="Google Shape;639;p32"/>
          <p:cNvSpPr txBox="1"/>
          <p:nvPr/>
        </p:nvSpPr>
        <p:spPr>
          <a:xfrm>
            <a:off x="1532879" y="1614751"/>
            <a:ext cx="42006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75" lIns="113475" spcFirstLastPara="1" rIns="113475" wrap="square" tIns="113475">
            <a:noAutofit/>
          </a:bodyPr>
          <a:lstStyle/>
          <a:p>
            <a:pPr indent="-362567" lvl="0" marL="56749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Font typeface="Maven Pro"/>
              <a:buChar char="❏"/>
            </a:pPr>
            <a:r>
              <a:rPr lang="en" sz="124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Multi-valued supplier location separated into separate table</a:t>
            </a:r>
            <a:endParaRPr sz="124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62567" lvl="0" marL="56749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Font typeface="Maven Pro"/>
              <a:buChar char="❏"/>
            </a:pPr>
            <a:r>
              <a:rPr lang="en" sz="124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Every table has unique </a:t>
            </a:r>
            <a:r>
              <a:rPr lang="en" sz="124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primary</a:t>
            </a:r>
            <a:r>
              <a:rPr lang="en" sz="124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key</a:t>
            </a:r>
            <a:endParaRPr sz="124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0" name="Google Shape;640;p32"/>
          <p:cNvSpPr txBox="1"/>
          <p:nvPr/>
        </p:nvSpPr>
        <p:spPr>
          <a:xfrm>
            <a:off x="1532879" y="2783817"/>
            <a:ext cx="42006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75" lIns="113475" spcFirstLastPara="1" rIns="113475" wrap="square" tIns="113475">
            <a:noAutofit/>
          </a:bodyPr>
          <a:lstStyle/>
          <a:p>
            <a:pPr indent="-362567" lvl="0" marL="56749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Font typeface="Maven Pro"/>
              <a:buChar char="❏"/>
            </a:pPr>
            <a:r>
              <a:rPr lang="en" sz="124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Primary composite keys have non-key attributes depending on entire key</a:t>
            </a:r>
            <a:endParaRPr sz="124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1" name="Google Shape;641;p32"/>
          <p:cNvSpPr txBox="1"/>
          <p:nvPr/>
        </p:nvSpPr>
        <p:spPr>
          <a:xfrm>
            <a:off x="1532879" y="3952882"/>
            <a:ext cx="42006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75" lIns="113475" spcFirstLastPara="1" rIns="113475" wrap="square" tIns="113475">
            <a:noAutofit/>
          </a:bodyPr>
          <a:lstStyle/>
          <a:p>
            <a:pPr indent="-362567" lvl="0" marL="56749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Font typeface="Maven Pro"/>
              <a:buChar char="❏"/>
            </a:pPr>
            <a:r>
              <a:rPr lang="en" sz="124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Fixed issue of no primary key in supplier location table</a:t>
            </a:r>
            <a:endParaRPr sz="124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62567" lvl="0" marL="56749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1"/>
              <a:buFont typeface="Maven Pro"/>
              <a:buChar char="❏"/>
            </a:pPr>
            <a:r>
              <a:rPr lang="en" sz="124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No non-key attributes depend on non-key attributes</a:t>
            </a:r>
            <a:endParaRPr sz="124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42" name="Google Shape;6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650" y="1220275"/>
            <a:ext cx="636774" cy="636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650" y="2358651"/>
            <a:ext cx="636774" cy="636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650" y="3554435"/>
            <a:ext cx="636774" cy="636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3"/>
          <p:cNvSpPr txBox="1"/>
          <p:nvPr>
            <p:ph type="ctrTitle"/>
          </p:nvPr>
        </p:nvSpPr>
        <p:spPr>
          <a:xfrm>
            <a:off x="234475" y="177725"/>
            <a:ext cx="6129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UI</a:t>
            </a:r>
            <a:r>
              <a:rPr lang="en">
                <a:solidFill>
                  <a:schemeClr val="accent1"/>
                </a:solidFill>
              </a:rPr>
              <a:t> : Views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50" name="Google Shape;650;p33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11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51" name="Google Shape;6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138" y="962600"/>
            <a:ext cx="3730326" cy="19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3"/>
          <p:cNvSpPr txBox="1"/>
          <p:nvPr/>
        </p:nvSpPr>
        <p:spPr>
          <a:xfrm>
            <a:off x="167843" y="1363125"/>
            <a:ext cx="1065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Student 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Profile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53" name="Google Shape;65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3138" y="3014175"/>
            <a:ext cx="3171381" cy="19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3"/>
          <p:cNvSpPr txBox="1"/>
          <p:nvPr/>
        </p:nvSpPr>
        <p:spPr>
          <a:xfrm>
            <a:off x="167850" y="3607625"/>
            <a:ext cx="985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Current 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Order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55" name="Google Shape;65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0975" y="1266025"/>
            <a:ext cx="3866250" cy="135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4025" y="3515025"/>
            <a:ext cx="4553724" cy="9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4"/>
          <p:cNvSpPr txBox="1"/>
          <p:nvPr>
            <p:ph type="ctrTitle"/>
          </p:nvPr>
        </p:nvSpPr>
        <p:spPr>
          <a:xfrm>
            <a:off x="234475" y="177725"/>
            <a:ext cx="6129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UI : Views Cont.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62" name="Google Shape;662;p34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12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63" name="Google Shape;663;p34"/>
          <p:cNvSpPr txBox="1"/>
          <p:nvPr/>
        </p:nvSpPr>
        <p:spPr>
          <a:xfrm>
            <a:off x="234473" y="874075"/>
            <a:ext cx="2621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Other Pages: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-"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Login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-"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Main Page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-"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Item Details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-"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Order Tracking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-"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List View</a:t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64" name="Google Shape;6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325" y="415275"/>
            <a:ext cx="4204125" cy="38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34"/>
          <p:cNvSpPr txBox="1"/>
          <p:nvPr/>
        </p:nvSpPr>
        <p:spPr>
          <a:xfrm>
            <a:off x="4716625" y="4379100"/>
            <a:ext cx="3271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Ex: Login Page Flowchart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5"/>
          <p:cNvSpPr txBox="1"/>
          <p:nvPr>
            <p:ph type="ctrTitle"/>
          </p:nvPr>
        </p:nvSpPr>
        <p:spPr>
          <a:xfrm>
            <a:off x="0" y="0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Security Measurements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71" name="Google Shape;671;p35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13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72" name="Google Shape;672;p35"/>
          <p:cNvSpPr txBox="1"/>
          <p:nvPr/>
        </p:nvSpPr>
        <p:spPr>
          <a:xfrm>
            <a:off x="1253125" y="1532250"/>
            <a:ext cx="79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73" name="Google Shape;673;p35"/>
          <p:cNvSpPr txBox="1"/>
          <p:nvPr/>
        </p:nvSpPr>
        <p:spPr>
          <a:xfrm>
            <a:off x="908800" y="556988"/>
            <a:ext cx="19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Access Control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74" name="Google Shape;6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38" y="988100"/>
            <a:ext cx="3514725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1800" y="443925"/>
            <a:ext cx="742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4750" y="311900"/>
            <a:ext cx="742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075" y="1699975"/>
            <a:ext cx="742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7350" y="988100"/>
            <a:ext cx="317182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5"/>
          <p:cNvSpPr txBox="1"/>
          <p:nvPr/>
        </p:nvSpPr>
        <p:spPr>
          <a:xfrm>
            <a:off x="5685150" y="557000"/>
            <a:ext cx="19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Inference Control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80" name="Google Shape;680;p35"/>
          <p:cNvSpPr txBox="1"/>
          <p:nvPr/>
        </p:nvSpPr>
        <p:spPr>
          <a:xfrm>
            <a:off x="3446915" y="2608075"/>
            <a:ext cx="183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Data Encryption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81" name="Google Shape;681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80504" y="3039175"/>
            <a:ext cx="3171825" cy="195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6"/>
          <p:cNvSpPr txBox="1"/>
          <p:nvPr>
            <p:ph type="ctrTitle"/>
          </p:nvPr>
        </p:nvSpPr>
        <p:spPr>
          <a:xfrm>
            <a:off x="0" y="0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Security Measurements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87" name="Google Shape;687;p36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14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88" name="Google Shape;688;p36"/>
          <p:cNvSpPr txBox="1"/>
          <p:nvPr/>
        </p:nvSpPr>
        <p:spPr>
          <a:xfrm>
            <a:off x="3800100" y="670050"/>
            <a:ext cx="154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Flow Control</a:t>
            </a:r>
            <a:endParaRPr sz="16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89" name="Google Shape;6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1800" y="443925"/>
            <a:ext cx="742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4750" y="311900"/>
            <a:ext cx="742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075" y="1699975"/>
            <a:ext cx="74295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538" y="1686638"/>
            <a:ext cx="423862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900" y="1177050"/>
            <a:ext cx="320040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7"/>
          <p:cNvSpPr txBox="1"/>
          <p:nvPr>
            <p:ph type="ctrTitle"/>
          </p:nvPr>
        </p:nvSpPr>
        <p:spPr>
          <a:xfrm>
            <a:off x="234475" y="177725"/>
            <a:ext cx="716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Database Integrity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99" name="Google Shape;699;p37"/>
          <p:cNvSpPr txBox="1"/>
          <p:nvPr/>
        </p:nvSpPr>
        <p:spPr>
          <a:xfrm>
            <a:off x="8544600" y="4723500"/>
            <a:ext cx="599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15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00" name="Google Shape;7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88" y="1717125"/>
            <a:ext cx="5280977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7"/>
          <p:cNvSpPr txBox="1"/>
          <p:nvPr/>
        </p:nvSpPr>
        <p:spPr>
          <a:xfrm>
            <a:off x="1427525" y="947413"/>
            <a:ext cx="256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Stored Procedure: Manage Passwords</a:t>
            </a:r>
            <a:endParaRPr b="1"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02" name="Google Shape;702;p37"/>
          <p:cNvSpPr txBox="1"/>
          <p:nvPr/>
        </p:nvSpPr>
        <p:spPr>
          <a:xfrm>
            <a:off x="5976888" y="947413"/>
            <a:ext cx="256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Trigger:</a:t>
            </a:r>
            <a:endParaRPr b="1"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Delete Student</a:t>
            </a:r>
            <a:endParaRPr b="1" sz="1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03" name="Google Shape;70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825" y="1717113"/>
            <a:ext cx="33718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8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9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0"/>
          <p:cNvSpPr txBox="1"/>
          <p:nvPr>
            <p:ph idx="1" type="body"/>
          </p:nvPr>
        </p:nvSpPr>
        <p:spPr>
          <a:xfrm>
            <a:off x="597375" y="1063525"/>
            <a:ext cx="78669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“W3schools.Com.” W3Schools Online Web Tutorials, www.w3schools.com/sql/sql_datatypes.asp. Accessed 15 Sept. 2025.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[2] “8.3. Character Types.” PostgreSQL Documentation, 14 Aug. 2025, www.postgresql.org/docs/current/datatype-character.html.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[3] “Smith, Rachel. “PostgreSQL Character Types: Char, Varchar, and Text.” Neon, neon.com/postgresql/postgresql-tutorial/postgresql-char-varchar-text. Accessed 15 Sept. 2025.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0"/>
          <p:cNvSpPr txBox="1"/>
          <p:nvPr>
            <p:ph type="ctrTitle"/>
          </p:nvPr>
        </p:nvSpPr>
        <p:spPr>
          <a:xfrm>
            <a:off x="234475" y="17772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